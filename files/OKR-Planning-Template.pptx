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3F1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{{O1}}</c:v>
                  </c:pt>
                  <c:pt idx="1">
                    <c:v>{{O2}}</c:v>
                  </c:pt>
                  <c:pt idx="2">
                    <c:v>{{O3}}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</c:v>
                </c:pt>
                <c:pt idx="1">
                  <c:v>0.4</c:v>
                </c:pt>
                <c:pt idx="2">
                  <c:v>0.9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3F1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C94B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GUIDE: Replace every {{placeholder}} with your own content. Change accent colors in the generator (C.accent / C.accent2) to match your brand. Delete slides you do not need. Duplicate the objective slides if you have more than 3 OKRs.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C4B5F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472B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PLANNING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3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{{Quarter Year}} Objectives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 / Company}} · Planning session {{date}}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{{One line: the theme of the quarter.}}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v1.0   ·   Replace every {{placeholder}}   ·   Free to use &amp; modify (CC0)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{{Why these goals now}}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858000" cy="4114800"/>
          </a:xfrm>
          <a:prstGeom prst="roundRect">
            <a:avLst>
              <a:gd name="adj" fmla="val 2667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10312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{{Company mission, one line}}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8862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{{Current situation: what changed since last quarter, what the strategy demands now.}}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1828800"/>
            <a:ext cx="3657600" cy="4114800"/>
          </a:xfrm>
          <a:prstGeom prst="roundRect">
            <a:avLst>
              <a:gd name="adj" fmla="val 3000"/>
            </a:avLst>
          </a:prstGeom>
          <a:solidFill>
            <a:srgbClr val="26204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2103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83880" y="2651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3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{{Metric}}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183880" y="36576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{{value}}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{{value}}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{{Last quarter scores}}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1874520"/>
          <a:ext cx="58521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8978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0.0–1.0 — sample data, replace in PowerPoint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040880" y="1828800"/>
            <a:ext cx="4480560" cy="1874520"/>
          </a:xfrm>
          <a:prstGeom prst="roundRect">
            <a:avLst>
              <a:gd name="adj" fmla="val 5854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6092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carried over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24688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{{Objectives or KRs that roll into this quarter, possibly re-scoped}}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040880" y="3977640"/>
            <a:ext cx="4480560" cy="1874520"/>
          </a:xfrm>
          <a:prstGeom prst="roundRect">
            <a:avLst>
              <a:gd name="adj" fmla="val 5854"/>
            </a:avLst>
          </a:prstGeom>
          <a:solidFill>
            <a:srgbClr val="26204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360920" y="4160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dropped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60920" y="46177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did not carry over and why — say it out loud to prevent zombie OKRs}}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{{Objective: qualitative, ambitious, memorable}}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outcome, not a task}}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46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3108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389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89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251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outcome}}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95360" y="1828800"/>
            <a:ext cx="2926080" cy="3246120"/>
          </a:xfrm>
          <a:prstGeom prst="roundRect">
            <a:avLst>
              <a:gd name="adj" fmla="val 3750"/>
            </a:avLst>
          </a:prstGeom>
          <a:solidFill>
            <a:srgbClr val="26204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{{Two lines max}}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95360" y="525780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0" y="5349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{{x/10}}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{{Objective: qualitative, ambitious, memorable}}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46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3108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389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89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251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outcome}}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95360" y="1828800"/>
            <a:ext cx="2926080" cy="3246120"/>
          </a:xfrm>
          <a:prstGeom prst="roundRect">
            <a:avLst>
              <a:gd name="adj" fmla="val 3750"/>
            </a:avLst>
          </a:prstGeom>
          <a:solidFill>
            <a:srgbClr val="26204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{{Two lines max}}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95360" y="525780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0" y="5349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{{x/10}}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{{Objective: qualitative, ambitious, memorable}}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03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03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KR3.1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1460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246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14600" y="3108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7589520" cy="960120"/>
          </a:xfrm>
          <a:prstGeom prst="roundRect">
            <a:avLst>
              <a:gd name="adj" fmla="val 11429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3891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389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14600" y="4251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{{Key result: measurable outcome}}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595360" y="1828800"/>
            <a:ext cx="2926080" cy="3246120"/>
          </a:xfrm>
          <a:prstGeom prst="roundRect">
            <a:avLst>
              <a:gd name="adj" fmla="val 3750"/>
            </a:avLst>
          </a:prstGeom>
          <a:solidFill>
            <a:srgbClr val="26204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6968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69680" y="2468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{{Name}}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6968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69680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{{Two lines max}}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595360" y="5257800"/>
            <a:ext cx="2926080" cy="685800"/>
          </a:xfrm>
          <a:prstGeom prst="roundRect">
            <a:avLst>
              <a:gd name="adj" fmla="val 16000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869680" y="53492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{{x/10}}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grade KRs}}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679192" cy="3566160"/>
          </a:xfrm>
          <a:prstGeom prst="roundRect">
            <a:avLst>
              <a:gd name="adj" fmla="val 4096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Nailed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2219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{{Remarkable result, worth celebrating}}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02152" y="1920240"/>
            <a:ext cx="2679192" cy="3566160"/>
          </a:xfrm>
          <a:prstGeom prst="roundRect">
            <a:avLst>
              <a:gd name="adj" fmla="val 4096"/>
            </a:avLst>
          </a:prstGeom>
          <a:solidFill>
            <a:srgbClr val="26204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30752" y="219456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730752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3611880"/>
            <a:ext cx="22219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thought was achievable — the healthy target}}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64224" y="1920240"/>
            <a:ext cx="2679192" cy="3566160"/>
          </a:xfrm>
          <a:prstGeom prst="roundRect">
            <a:avLst>
              <a:gd name="adj" fmla="val 4096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92824" y="219456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92824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92824" y="3611880"/>
            <a:ext cx="22219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{{Moved but not enough — inspect assumptions}}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26296" y="1920240"/>
            <a:ext cx="2679192" cy="3566160"/>
          </a:xfrm>
          <a:prstGeom prst="roundRect">
            <a:avLst>
              <a:gd name="adj" fmla="val 4096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54896" y="2194560"/>
            <a:ext cx="2221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0.0–0.3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454896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54896" y="3611880"/>
            <a:ext cx="222199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{{Failed — and that is information, not shame}}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need from others}}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 A}}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474720" y="20574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need and by when}}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869680" y="227685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0" y="22768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{{Confirmed / At risk}}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383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{{Team B}}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33832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we need and by when}}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9680" y="360273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69680" y="36027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{{Confirmed / At risk}}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709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{{External}}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474720" y="47091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{{Vendor, partner, or customer commitment}}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869680" y="4928616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/>
        </p:spPr>
      </p:sp>
      <p:sp>
        <p:nvSpPr>
          <p:cNvPr id="19" name="Text 17"/>
          <p:cNvSpPr/>
          <p:nvPr/>
        </p:nvSpPr>
        <p:spPr>
          <a:xfrm>
            <a:off x="8869680" y="492861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{{Confirmed / At risk}}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{{What could derail the quarter}}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6204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57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1}}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{{Impact}}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20574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2}}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940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{{Impact}}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3}}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754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{{Impact}}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5166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262043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41605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{{Risk 4}}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400" y="4754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{{Impact}}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5166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{{Mitigation}}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{{How we check in}}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{{Async update: progress, confidence, blockers}}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6177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4B5F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{{Day}}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2194560"/>
            <a:ext cx="566928" cy="566928"/>
          </a:xfrm>
          <a:prstGeom prst="ellipse">
            <a:avLst/>
          </a:prstGeom>
          <a:solidFill>
            <a:srgbClr val="F472B6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Mid-quarter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{{Deep review: re-score KRs, adjust plans}}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46177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4B5FD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 6}}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3333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21040" y="2194560"/>
            <a:ext cx="566928" cy="566928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2104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 end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21040" y="34747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{{Grading session + retro before planning next}}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21040" y="46177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C4B5FD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4617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{{Week 12}}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12064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457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{{Single-threaded accountability}}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965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{{O1 · KR1.1}}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19659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{{Baseline → Target}}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971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{{O1 · KR1.2}}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0" y="2971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971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{{Baseline → Target}}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{{O2 · KR2.1}}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89120" y="3977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3977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{{Baseline → Target}}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822960"/>
          </a:xfrm>
          <a:prstGeom prst="roundRect">
            <a:avLst>
              <a:gd name="adj" fmla="val 13333"/>
            </a:avLst>
          </a:prstGeom>
          <a:solidFill>
            <a:srgbClr val="1C1832"/>
          </a:solidFill>
          <a:ln/>
          <a:effectLst>
            <a:outerShdw sx="100000" sy="100000" kx="0" ky="0" algn="bl" rotWithShape="0" blurRad="114300" dist="508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0120" y="4983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{{O3 · KR3.1}}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4983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{{Owner}}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{{Baseline → Target}}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914400"/>
            <a:ext cx="3840480" cy="3840480"/>
          </a:xfrm>
          <a:prstGeom prst="ellipse">
            <a:avLst/>
          </a:prstGeom>
          <a:solidFill>
            <a:srgbClr val="A78BFA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108960"/>
            <a:ext cx="2377440" cy="2377440"/>
          </a:xfrm>
          <a:prstGeom prst="ellipse">
            <a:avLst/>
          </a:prstGeom>
          <a:solidFill>
            <a:srgbClr val="C4B5FD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4023360"/>
            <a:ext cx="1371600" cy="1371600"/>
          </a:xfrm>
          <a:prstGeom prst="ellipse">
            <a:avLst/>
          </a:prstGeom>
          <a:solidFill>
            <a:srgbClr val="F472B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3F1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{{{{N}} objectives. {{X}} key results. One quarter.}}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check-in: {{date}} · Dashboard: {{link}} · Questions: {{email}}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template — use, modify, and share. No attribution required. (CC0)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OKR Planning Template</dc:title>
  <dc:subject>PptxGenJS Presentation</dc:subject>
  <dc:creator>WorkBuddy</dc:creator>
  <cp:lastModifiedBy>WorkBuddy</cp:lastModifiedBy>
  <cp:revision>1</cp:revision>
  <dcterms:created xsi:type="dcterms:W3CDTF">2026-10-29T08:41:15Z</dcterms:created>
  <dcterms:modified xsi:type="dcterms:W3CDTF">2026-10-29T08:41:15Z</dcterms:modified>
</cp:coreProperties>
</file>