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6</c:v>
                </c:pt>
                <c:pt idx="2">
                  <c:v>7</c:v>
                </c:pt>
                <c:pt idx="3">
                  <c:v>11</c:v>
                </c:pt>
                <c:pt idx="4">
                  <c:v>14</c:v>
                </c:pt>
                <c:pt idx="5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{{placeholder}}. This deck is intentionally minimal — one idea per slide, big type, generous whitespace. Delete slides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600200"/>
            <a:ext cx="82296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031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{{Startup Name}}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line: what you do and for whom.}}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· {{Month Year}} · {{founder@startup.com}}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problem}}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{{State the problem in one bold sentence. Make it hurt.}}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{{Evidence point 1 — a number or quote}}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{{Evidence point 2}}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5120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{{Why existing solutions fail}}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solution}}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{{Your product in one sentence.}}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3977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46177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it works, part 1}}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374904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3977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54880" y="46177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it works, part 2}}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374904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3977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412480" y="46177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it works, part 3}}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now}}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0515600" cy="1188720"/>
          </a:xfrm>
          <a:prstGeom prst="roundRect">
            <a:avLst>
              <a:gd name="adj" fmla="val 923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20574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{{Shift 1}}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2057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{{Technology / behavior / regulation that just changed}}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10515600" cy="1188720"/>
          </a:xfrm>
          <a:prstGeom prst="roundRect">
            <a:avLst>
              <a:gd name="adj" fmla="val 923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3429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{{Shift 2}}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34290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market force that makes this possible today}}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663440"/>
            <a:ext cx="10515600" cy="1188720"/>
          </a:xfrm>
          <a:prstGeom prst="roundRect">
            <a:avLst>
              <a:gd name="adj" fmla="val 923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88720" y="4800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{{Shift 3}}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4800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window you can exploit before others}}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{{Market size}}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{{TAM}}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971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{{Currency}}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143000" y="3931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{{total market}}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210312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{{SAM}}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2971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{{Currency}}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800600" y="3931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{{serviceable market}}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10312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5820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{{SOM}}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58200" y="2971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{{Currency}}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458200" y="3931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{{obtainable in 3 years}}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you sized it: bottom-up math beats top-down.}}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{{Product}}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6949440" cy="3931920"/>
          </a:xfrm>
          <a:prstGeom prst="roundRect">
            <a:avLst>
              <a:gd name="adj" fmla="val 279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74520"/>
            <a:ext cx="6949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{{product screenshot}}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38160" y="1874520"/>
            <a:ext cx="3200400" cy="1188720"/>
          </a:xfrm>
          <a:prstGeom prst="roundRect">
            <a:avLst>
              <a:gd name="adj" fmla="val 923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0" y="18745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{{Feature 1}}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3246120"/>
            <a:ext cx="3200400" cy="1188720"/>
          </a:xfrm>
          <a:prstGeom prst="roundRect">
            <a:avLst>
              <a:gd name="adj" fmla="val 923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0" y="32461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{{Feature 2}}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4617720"/>
            <a:ext cx="3200400" cy="1188720"/>
          </a:xfrm>
          <a:prstGeom prst="roundRect">
            <a:avLst>
              <a:gd name="adj" fmla="val 923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0" y="46177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{{Feature 3}}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{{Business model}}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{{How you make money, in one line.}}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338328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78992" y="36576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{{Pricing}}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411480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{{value}}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78992" y="480060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{{Price per unit / seat}}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338328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22192" y="36576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{{CAC}}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22192" y="411480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{{value}}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822192" y="480060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{{Cost to acquire a customer}}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38328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65392" y="36576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{{LTV}}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65392" y="411480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{{value}}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565392" y="480060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{{Lifetime value}}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52560" y="338328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08592" y="36576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{{Payback}}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08592" y="4114800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{{value}}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308592" y="4800600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{{Months to recover CAC}}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{{Traction}}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965960"/>
          <a:ext cx="65836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7607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72400" y="178308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0" y="19842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772400" y="2715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growth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55280" y="3081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{{Compounding}}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72400" y="320040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0" y="34015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772400" y="4133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955280" y="44988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 retain}}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0" y="461772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772400" y="48188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7772400" y="55504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/ LOIs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955280" y="59161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{{Demand signal}}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{{Competition}}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EEF1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19659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{{You}}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31920" y="19659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{{Your wedge}}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0" y="19659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{{Your advantage}}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926080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88720" y="3017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{{Competitor 1}}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31920" y="3017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{{Their approach}}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6640" y="30175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{{Your edge over them}}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977640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88720" y="4069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{{Competitor 2}}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0" y="40690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{{Their approach}}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0" y="4069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{{Your edge over them}}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5029200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88720" y="5120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{{Status quo}}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31920" y="5120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{{Doing nothing / spreadsheets}}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0" y="5120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customers switch}}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{{Team}}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2423160"/>
            <a:ext cx="64008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{{Founder 1}}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3749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line of credibility}}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21031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2423160"/>
            <a:ext cx="640080" cy="10972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{{Founder 2}}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3749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line of credibility}}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1031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423160"/>
            <a:ext cx="64008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 hire}}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5820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58200" y="3749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line of credibility}}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ask}}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{{Raising {{Currency}}}}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{{Runway {{X}} months · milestones this round unlocks}}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3383280" cy="155448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4206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{{X%}}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97280" y="4846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{{Use of funds 1}}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4023360"/>
            <a:ext cx="3383280" cy="155448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4206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{{X%}}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54880" y="4846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{{Use of funds 2}}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4023360"/>
            <a:ext cx="3383280" cy="155448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4206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{{X%}}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412480" y="4846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{{Use of funds 3}}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94560"/>
            <a:ext cx="82296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560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{{Join us.}}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22960" y="3840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{{founder@startup.com}} · {{startup.com}}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Pitch Template (Minimal)</dc:title>
  <dc:subject>PptxGenJS Presentation</dc:subject>
  <dc:creator>WorkBuddy</dc:creator>
  <cp:lastModifiedBy>WorkBuddy</cp:lastModifiedBy>
  <cp:revision>1</cp:revision>
  <dcterms:created xsi:type="dcterms:W3CDTF">2026-10-29T06:59:30Z</dcterms:created>
  <dcterms:modified xsi:type="dcterms:W3CDTF">2026-10-29T06:59:30Z</dcterms:modified>
</cp:coreProperties>
</file>