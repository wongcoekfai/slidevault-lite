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1D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{{Task 1}}</c:v>
                  </c:pt>
                  <c:pt idx="1">
                    <c:v>{{Task 2}}</c:v>
                  </c:pt>
                  <c:pt idx="2">
                    <c:v>{{Task 3}}</c:v>
                  </c:pt>
                  <c:pt idx="3">
                    <c:v>{{Task 4}}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70</c:v>
                </c:pt>
                <c:pt idx="2">
                  <c:v>55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1D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READOUT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2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{{Study Title}}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{{Interviews / Usability / Survey}} · {{Month Year}}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Researcher: {{name}} · For: {{team}} · Repo: {{link}}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set out to learn}}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0574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{{RQ1}}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56616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4290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{{RQ2}}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937760"/>
            <a:ext cx="566928" cy="566928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48006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{{RQ3}}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studied it}}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 and why it fits the question: moderated usability tests, diary study, survey…}}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&amp; tasks: {{link}}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{{N}}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96112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 min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45720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4709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{{date range}}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61120" y="4709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Fieldwork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we heard from}}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{{Segment A}}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{{recruited via {{channel}}}}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48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{{Segment B}}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{{recruited via {{channel}}}}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148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2104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{{Segment C}}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3794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{{recruited via {{channel}}}}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5303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{{who is missing from this sample and how that biases what we heard}}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headline finding}}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{{State the finding as a sentence, not a topic. Back it with behavior, not opinions.}}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{{Evidence: {{x}} of {{N}} participants {{behavior observed}} — what they did, not what they said.}}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8388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8388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{{High}}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183880" y="35661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matters for the business / product}}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2–3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{{More of what we learned}}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{{Finding as a sentence}}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389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{{Evidence: {{x}} of {{N}} participants…}}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3017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{{Finding as a sentence}}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4389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{{Evidence: {{x}} of {{N}} participants…}}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{{Task performance}}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223760" y="1874520"/>
            <a:ext cx="4297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20116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{{x:xx}}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326880" y="20116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on hardest task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23760" y="3246120"/>
            <a:ext cx="4297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33832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326880" y="3383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who needed help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4617720"/>
            <a:ext cx="4297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98080" y="4754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{{SUS {{x}}}}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326880" y="4754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Usability Scale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 their own words}}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“{{verbatim quote that captures the pain}}”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{{P{{n}} · {{segment}}}}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011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“{{verbatim quote}}”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{{P{{n}} · {{segment}}}}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011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366760" y="29260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“{{verbatim quote}}”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{{P{{n}} · {{segment}}}}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this means for the design}}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{{Design change 1}}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2971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{{Because finding {{n}}}}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{{Design change 2}}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60920" y="2971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{{Because finding {{n}}}}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{{Design change 3}}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50749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{{Because finding {{n}}}}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{{Design change 4}}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920" y="50749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{{Because finding {{n}}}}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should do next}}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{{Recommendation 1}}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052560" y="2093976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0" y="20939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971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{{Recommendation 2}}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52560" y="3099816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0" y="30998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{{Recommendation 3}}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52560" y="4105656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41056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983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{{Recommendation 4}}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52560" y="5111496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51114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{{Open questions we did not answer}}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{{Follow-up question 1}}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{{Suggested method}} · {{When}}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{{Follow-up question 2}}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{{Suggested method}} · {{When}}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206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{{Follow-up question 3}}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{{Suggested method}} · {{When}}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0EDF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4206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{{Follow-up question 4}}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5120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{{Suggested method}} · {{When}}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2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{{Full repo &amp; recordings: {{link}}}}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Researcher: {{name}} · {{email}} · Questions welcome anytime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Research Template</dc:title>
  <dc:subject>PptxGenJS Presentation</dc:subject>
  <dc:creator>WorkBuddy</dc:creator>
  <cp:lastModifiedBy>WorkBuddy</cp:lastModifiedBy>
  <cp:revision>1</cp:revision>
  <dcterms:created xsi:type="dcterms:W3CDTF">2026-10-29T08:41:16Z</dcterms:created>
  <dcterms:modified xsi:type="dcterms:W3CDTF">2026-10-29T08:41:16Z</dcterms:modified>
</cp:coreProperties>
</file>