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12</c:v>
                </c:pt>
                <c:pt idx="3">
                  <c:v>12</c:v>
                </c:pt>
                <c:pt idx="4">
                  <c:v>14</c:v>
                </c:pt>
                <c:pt idx="5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11</c:v>
                </c:pt>
                <c:pt idx="2">
                  <c:v>11</c:v>
                </c:pt>
                <c:pt idx="3">
                  <c:v>13</c:v>
                </c:pt>
                <c:pt idx="4">
                  <c:v>12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{{New logos}}</c:v>
                </c:pt>
                <c:pt idx="1">
                  <c:v>{{Expansions}}</c:v>
                </c:pt>
                <c:pt idx="2">
                  <c:v>{{Renewals}}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{{Period}} Sales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{{Company}} · {{Team / Region}} · {{Date}}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{{Name}} ·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period in numbers}}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attainment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last period {{X%}}}}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closed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{{Avg deal: {{Currency}}}}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{{Pipeline: {{Currency}}}}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verdict: ahead / on track / behind, and why.}}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vs actual by month}}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0" y="17830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19842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955280" y="2715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attainment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{{Fiscal period to date}}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32004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34015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955280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on target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{{Out of {{X}}}}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461772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5280" y="4818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955280" y="5550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38160" y="5916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last period}}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{{Performance by product line}}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A}}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vs target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B}}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vs target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069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C}}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sales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4069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vs target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{{Services}}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sales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5120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vs target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{{Regional breakdown}}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{{Region 1}}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103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{{Region 2}}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0" y="2103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{{Region 3}}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4206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{{Region 4}}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0" y="4206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revenue came from}}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split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0" y="201168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2084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deals · {{Currency}}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32918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2084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deals · {{Currency}}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457200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20840" y="4681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20840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renewal rate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{{Funnel health}}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1783080"/>
            <a:ext cx="10058400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651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651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352044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Proposal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438912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4389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0" y="4526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52578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5257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0" y="5394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{{X%}} lead→win · Avg cycle {{X}} days · Coverage {{X}}x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we won, why we lost}}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8EE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{{Reason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{{Reason 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709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{{Reason 3}}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reasons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606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{{Reason 1}}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3657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{{Reason 2}}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4709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{{Reason 3}}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 leaderboard}}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56816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 name}}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798064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761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 name}}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7614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0" y="27614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57016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9312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36027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 name}}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36027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0" y="360273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398264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480560"/>
            <a:ext cx="502920" cy="502920"/>
          </a:xfrm>
          <a:prstGeom prst="ellipse">
            <a:avLst/>
          </a:prstGeom>
          <a:solidFill>
            <a:srgbClr val="E8EEF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444398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 name}}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4439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61120" y="444398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239512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5321808"/>
            <a:ext cx="502920" cy="502920"/>
          </a:xfrm>
          <a:prstGeom prst="ellipse">
            <a:avLst/>
          </a:prstGeom>
          <a:solidFill>
            <a:srgbClr val="E8EEF6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91640" y="52852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 name}}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943600" y="52852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61120" y="5285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quota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{{Issues and what we do about them}}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85416"/>
            <a:ext cx="566928" cy="56692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 1}}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{{Root cause}}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· {{owner}} · {{date}}}}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557016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 2}}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{{Root cause}}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· {{owner}} · {{date}}}}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928616"/>
            <a:ext cx="566928" cy="56692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 3}}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{{Root cause}}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4754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· {{owner}} · {{date}}}}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PERIOD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{{Targets &amp; focus}}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 target}}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4340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04672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goal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focus: {{e.g. land {{industry}} logos, launch partner channel, fix {{stage}} conversion}}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{{Questions &amp; commitments}}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{{Name}} · {{email}} · Next review: {{date}}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Review Template</dc:title>
  <dc:subject>PptxGenJS Presentation</dc:subject>
  <dc:creator>WorkBuddy</dc:creator>
  <cp:lastModifiedBy>WorkBuddy</cp:lastModifiedBy>
  <cp:revision>1</cp:revision>
  <dcterms:created xsi:type="dcterms:W3CDTF">2026-10-29T06:59:31Z</dcterms:created>
  <dcterms:modified xsi:type="dcterms:W3CDTF">2026-10-29T06:59:31Z</dcterms:modified>
</cp:coreProperties>
</file>