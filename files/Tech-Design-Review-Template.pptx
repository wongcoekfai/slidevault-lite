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3017520" cy="68580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4937760"/>
            <a:ext cx="3931920" cy="1920240"/>
          </a:xfrm>
          <a:prstGeom prst="rect">
            <a:avLst/>
          </a:prstGeom>
          <a:solidFill>
            <a:srgbClr val="0EA5E9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DESIGN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{{System / RFC Name}}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RFC-{{number}} · Review {{date}}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{{Author}} · {{Reviewers}} · Status: {{Draft / In review}}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this design exists}}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6858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0312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current system, the pain, and the trigger for change. Keep it to the facts a new engineer would need.}}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44805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docs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49377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{{Link 1}} · {{Link 2}} · {{Link 3}}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182880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E8F0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8388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83880" y="2697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{{Hard constraint 1}}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83880" y="37033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{{Hard constraint 2}}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83880" y="47091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{{Hard constraint 3}}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good looks like}}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{{measurable target}}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{{Goal 1}}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212140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{{measurable target}}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343400" y="28529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{{Goal 2}}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212140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{{measurable target}}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046720" y="28529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{{Goal 3}}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E8F0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4800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{{explicitly what this design does NOT solve, so review stays focused}}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proposed shape}}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945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{{Client}}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0" y="219456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21945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{{API Gateway}}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0" y="137160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13716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{{Service A}}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301752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0" y="30175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{{Service B}}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418320" y="219456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18320" y="21945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{{Data Store}}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0" y="42062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0" y="42062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{{Queue}}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42062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42062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{{Workers}}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017520" y="2834640"/>
            <a:ext cx="640080" cy="9144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35040" y="2011680"/>
            <a:ext cx="640080" cy="9144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035040" y="3657600"/>
            <a:ext cx="640080" cy="9144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52560" y="2834640"/>
            <a:ext cx="365760" cy="9144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846320" y="3474720"/>
            <a:ext cx="9144" cy="73152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35040" y="4754880"/>
            <a:ext cx="640080" cy="9144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{{Replace boxes with your real components — or paste a diagram image over this area.}}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{{Responsibilities &amp; boundaries}}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0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48840"/>
            <a:ext cx="566928" cy="566928"/>
          </a:xfrm>
          <a:prstGeom prst="ellipse">
            <a:avLst/>
          </a:prstGeom>
          <a:solidFill>
            <a:srgbClr val="0369A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0848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{{Component 1}}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260604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{{Owns: {{responsibility}}}}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{{Tech: {{stack}}}}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48840"/>
            <a:ext cx="566928" cy="566928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0920" y="20848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{{Component 2}}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60920" y="260604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{{Owns: {{responsibility}}}}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{{Tech: {{stack}}}}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251960"/>
            <a:ext cx="566928" cy="566928"/>
          </a:xfrm>
          <a:prstGeom prst="ellipse">
            <a:avLst/>
          </a:prstGeom>
          <a:solidFill>
            <a:srgbClr val="0369A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251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{{Component 3}}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470916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{{Owns: {{responsibility}}}}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{{Tech: {{stack}}}}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0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251960"/>
            <a:ext cx="566928" cy="566928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4251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60920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{{Component 4}}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60920" y="470916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{{Owns: {{responsibility}}}}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{{Tech: {{stack}}}}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{{Model &amp; storage choices}}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2606040"/>
            <a:ext cx="4754880" cy="777240"/>
          </a:xfrm>
          <a:prstGeom prst="rect">
            <a:avLst/>
          </a:prstGeom>
          <a:solidFill>
            <a:srgbClr val="E8F0F9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6060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{{Entity 1: key fields}}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3566160"/>
            <a:ext cx="4754880" cy="777240"/>
          </a:xfrm>
          <a:prstGeom prst="rect">
            <a:avLst/>
          </a:prstGeom>
          <a:solidFill>
            <a:srgbClr val="E8F0F9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5661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{{Entity 2: key fields}}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4526280"/>
            <a:ext cx="4754880" cy="777240"/>
          </a:xfrm>
          <a:prstGeom prst="rect">
            <a:avLst/>
          </a:prstGeom>
          <a:solidFill>
            <a:srgbClr val="E8F0F9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5262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{{Entity 3: key fields}}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decisions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2651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{{Postgres / {{db}}}}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3108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{{why}}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657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Indexing: {{strategy}}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4114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{{query pattern}}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4663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{{policy}}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5120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{{compliance / cost}}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{{API surface}}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6654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665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{{METHOD}}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920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{{/path}}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9202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{{request → response, auth: {{scope}}}}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11810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181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{{METHOD}}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971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{{/path}}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9718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{{request → response, auth: {{scope}}}}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16966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696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{{METHOD}}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4023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{{/path}}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40233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{{request → response, auth: {{scope}}}}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98348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522122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2212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{{Event}}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5074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{{topic}}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50749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{{produced when {{trigger}}, consumed by {{services}}}}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{{Options considered}}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E8F0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(chosen)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{{this design}}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945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94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{{{{alternative 1}} — pros / cons}}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21945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194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301752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{{{{alternative 2}} — pros / cons}}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{{Safe path to production}}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E8F0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860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{{shadow / behind flag — {{dates}}}}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{{metric to pass}}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201168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76472" y="22860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76472" y="2880360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{{{{x}}% traffic — {{dates}}}}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76472" y="438912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{{metric to pass}}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64224" y="201168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38544" y="22860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38544" y="2880360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{{full rollout — {{dates}}}}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38544" y="438912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{{metric to pass}}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26296" y="201168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00616" y="22860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500616" y="2880360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{{remove old path — {{dates}}}}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00616" y="438912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{{metric to pass}}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could go wrong &amp; the plan}}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1}}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37760" y="1965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{{likelihood × impact}}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0" y="1965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{{mitigation}}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971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2}}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971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{{likelihood × impact}}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0" y="2971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{{mitigation}}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977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3}}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977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{{likelihood × impact}}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0" y="3977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{{mitigation}}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4983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4}}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4983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{{likelihood × impact}}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0" y="4983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{{mitigation}}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the review must settle}}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6858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for reviewers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269748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606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{{Does the design meet the goals?}}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3319272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2278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{{Are the tradeoffs right for {{horizon}}?}}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3941064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38496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{{Is the rollout safe and reversible?}}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" y="4562856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44714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{{Any security / privacy concern?}}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5184648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7320" y="50932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{{Any cheaper option we dismissed too fast?}}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63840" y="182880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E8F0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8388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83880" y="26517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Approve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Approve with changes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4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Revise &amp; re-review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83880" y="5212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Sign-off: {{name}} · {{date}}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3017520" cy="68580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RFC-{{number}}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194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{{Comment in the doc before {{date}}.}}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Doc: {{link}} · Author: {{name}} · {{email}} · Meeting: {{date &amp; room}}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Design Review Template</dc:title>
  <dc:subject>PptxGenJS Presentation</dc:subject>
  <dc:creator>WorkBuddy</dc:creator>
  <cp:lastModifiedBy>WorkBuddy</cp:lastModifiedBy>
  <cp:revision>1</cp:revision>
  <dcterms:created xsi:type="dcterms:W3CDTF">2026-10-29T08:41:16Z</dcterms:created>
  <dcterms:modified xsi:type="dcterms:W3CDTF">2026-10-29T08:41:16Z</dcterms:modified>
</cp:coreProperties>
</file>