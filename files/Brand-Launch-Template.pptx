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points</c:v>
                </c:pt>
              </c:strCache>
            </c:strRef>
          </c:tx>
          <c:spPr>
            <a:solidFill>
              <a:srgbClr val="A67C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{{Entry}}</c:v>
                  </c:pt>
                  <c:pt idx="1">
                    <c:v>{{Core}}</c:v>
                  </c:pt>
                  <c:pt idx="2">
                    <c:v>{{High}}</c:v>
                  </c:pt>
                  <c:pt idx="3">
                    <c:v>{{Exceptional}}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10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26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737360"/>
            <a:ext cx="4114800" cy="0"/>
          </a:xfrm>
          <a:prstGeom prst="line">
            <a:avLst/>
          </a:prstGeom>
          <a:noFill/>
          <a:ln w="19050">
            <a:solidFill>
              <a:srgbClr val="A67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210312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6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{{BRAND NAME}}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463040" y="342900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{{Season / Year}} COLLECTION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40690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 of brand poetry.}}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4892040"/>
            <a:ext cx="4114800" cy="0"/>
          </a:xfrm>
          <a:prstGeom prst="line">
            <a:avLst/>
          </a:prstGeom>
          <a:noFill/>
          <a:ln w="12700">
            <a:solidFill>
              <a:srgbClr val="E0D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59436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presentation · {{Date}} · {{City}}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story}}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8580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7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{{Founding year}}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6217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origin story in 2-3 short paragraphs: why the brand exists, what it stands for, the craft behind it.}}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0" y="178308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19842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863840" y="2715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craft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24612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3840" y="34472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4178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470916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4910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863840" y="5641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/ stores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believe}}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67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{{Belief 1}}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shows in the product}}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383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67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0312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{{Belief 2}}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3383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shows in the product}}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754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67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03120" y="4754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{{Belief 3}}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shows in the product}}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{{Collection name}}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488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image}}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{{Piece 1}}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{{Material / finish}}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4884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21488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image}}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{{Piece 2}}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1772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{{Material / finish}}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148840"/>
            <a:ext cx="3063240" cy="2286000"/>
          </a:xfrm>
          <a:prstGeom prst="roundRect">
            <a:avLst>
              <a:gd name="adj" fmla="val 4800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21488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image}}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4617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{{Piece 3}}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5120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{{Material / finish}}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is made}}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830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{{atelier image}}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{{Material}}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441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{{Sourcing story}}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24612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34107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{{Technique}}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{{Hours / hands involved}}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70916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873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{{Quality}}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5367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{{Inspection &amp; guarantee}}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{{Visual language}}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606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{{logotype}}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{{clear space &amp; misuse rules}}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2606040"/>
            <a:ext cx="1097280" cy="822960"/>
          </a:xfrm>
          <a:prstGeom prst="rect">
            <a:avLst/>
          </a:prstGeom>
          <a:solidFill>
            <a:srgbClr val="A67C2E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26060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{{primary}}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657600"/>
            <a:ext cx="1097280" cy="822960"/>
          </a:xfrm>
          <a:prstGeom prst="rect">
            <a:avLst/>
          </a:prstGeom>
          <a:solidFill>
            <a:srgbClr val="3B34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657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{{secondary}}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4709160"/>
            <a:ext cx="1097280" cy="822960"/>
          </a:xfrm>
          <a:prstGeom prst="rect">
            <a:avLst/>
          </a:prstGeom>
          <a:solidFill>
            <a:srgbClr val="8C6D4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4709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{{accent}}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0" y="1783080"/>
            <a:ext cx="2834640" cy="42062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06840" y="2057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6840" y="2651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{{Typeface}}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06840" y="347472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{{Secondary typeface}}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{{weights &amp; usage}}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{{Who we design for}}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1}}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{{Profile}}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luxury means to them}}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286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{{Segment 2}}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{{Profile}}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4389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luxury means to them}}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{{Channels &amp; retail}}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{{Flagship stores}}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12080" y="1965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{{cities}}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9659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{{experience}}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017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{{Department / select retail}}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3017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0" y="30175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{{placement}}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069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 e-commerce}}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40690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{{markets}}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date}}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5120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{{Partnerships / pop-ups}}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5120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{{plan}}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5120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{{timing}}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{{Price architecture}}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price index —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line}}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{{Volume driver}}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{{Currency}}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piece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{{Halo effect}}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{{Countdown to the reveal}}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10332720" cy="0"/>
          </a:xfrm>
          <a:prstGeom prst="line">
            <a:avLst/>
          </a:prstGeom>
          <a:noFill/>
          <a:ln w="19050">
            <a:solidFill>
              <a:srgbClr val="E0D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26791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8236" y="3291840"/>
            <a:ext cx="182880" cy="182880"/>
          </a:xfrm>
          <a:prstGeom prst="ellipse">
            <a:avLst/>
          </a:prstGeom>
          <a:solidFill>
            <a:srgbClr val="3B342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116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-6 to -4}}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{{Teaser &amp; seeding}}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02152" y="3749040"/>
            <a:ext cx="26791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0308" y="3291840"/>
            <a:ext cx="182880" cy="182880"/>
          </a:xfrm>
          <a:prstGeom prst="ellipse">
            <a:avLst/>
          </a:prstGeom>
          <a:solidFill>
            <a:srgbClr val="3B342A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3886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-3 to -1}}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30752" y="42976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previews &amp; fittings}}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64224" y="1874520"/>
            <a:ext cx="26791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12380" y="3291840"/>
            <a:ext cx="182880" cy="182880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92824" y="20116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{{Launch week}}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92824" y="242316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{{Reveal event &amp; drop}}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26296" y="3749040"/>
            <a:ext cx="267919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474452" y="3291840"/>
            <a:ext cx="182880" cy="182880"/>
          </a:xfrm>
          <a:prstGeom prst="ellipse">
            <a:avLst/>
          </a:prstGeom>
          <a:solidFill>
            <a:srgbClr val="3B342A"/>
          </a:solidFill>
          <a:ln/>
        </p:spPr>
      </p:sp>
      <p:sp>
        <p:nvSpPr>
          <p:cNvPr id="20" name="Text 18"/>
          <p:cNvSpPr/>
          <p:nvPr/>
        </p:nvSpPr>
        <p:spPr>
          <a:xfrm>
            <a:off x="9454896" y="388620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{{Weeks +1 to +4}}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54896" y="42976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{{Clienteling &amp; follow-up}}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67C2E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&amp; ambassadors}}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{{Publication 1}}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{{Publication 2}}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{{Embargo lifts {{date}}}}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EBE3D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3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Ambassadors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{{Celebrity / muse}}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{{Creator {{name}}}}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{{Usage rights &amp; deliverables}}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6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{{Campaign film}}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749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{{Lookbook}}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6634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{{Behind-the-scenes series}}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194560"/>
            <a:ext cx="4114800" cy="0"/>
          </a:xfrm>
          <a:prstGeom prst="line">
            <a:avLst/>
          </a:prstGeom>
          <a:noFill/>
          <a:ln w="19050">
            <a:solidFill>
              <a:srgbClr val="A67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63040" y="256032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{{Thank you}}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63040" y="38404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{{Press kit: {{link}} · {{press@brand.com}}}}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0" y="4663440"/>
            <a:ext cx="4114800" cy="0"/>
          </a:xfrm>
          <a:prstGeom prst="line">
            <a:avLst/>
          </a:prstGeom>
          <a:noFill/>
          <a:ln w="12700">
            <a:solidFill>
              <a:srgbClr val="E0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612648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Launch Template (Luxury)</dc:title>
  <dc:subject>PptxGenJS Presentation</dc:subject>
  <dc:creator>WorkBuddy</dc:creator>
  <cp:lastModifiedBy>WorkBuddy</cp:lastModifiedBy>
  <cp:revision>1</cp:revision>
  <dcterms:created xsi:type="dcterms:W3CDTF">2026-10-29T06:59:38Z</dcterms:created>
  <dcterms:modified xsi:type="dcterms:W3CDTF">2026-10-29T06:59:38Z</dcterms:modified>
</cp:coreProperties>
</file>