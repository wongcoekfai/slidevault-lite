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{{Condition A}}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{{G1}}</c:v>
                  </c:pt>
                  <c:pt idx="1">
                    <c:v>{{G2}}</c:v>
                  </c:pt>
                  <c:pt idx="2">
                    <c:v>{{G3}}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{{Condition B}}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{{G1}}</c:v>
                  </c:pt>
                  <c:pt idx="1">
                    <c:v>{{G2}}</c:v>
                  </c:pt>
                  <c:pt idx="2">
                    <c:v>{{G3}}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13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A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15600" cy="0"/>
          </a:xfrm>
          <a:prstGeom prst="line">
            <a:avLst/>
          </a:prstGeom>
          <a:noFill/>
          <a:ln w="3175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MASTER’S / DOCTORAL THESIS DEFENSE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{{Thesis Title}}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{{University}} · {{Department}} · {{Program}}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{{Name}}   ·   Advisor: Prof. {{Name}}   ·   {{Date}}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9050">
            <a:solidFill>
              <a:srgbClr val="DEDA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{{Structure of this defense}}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019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9019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19019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11296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5844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35844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0" y="3584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4256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28800" y="44256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442569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193792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52669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52669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contributions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0" y="5266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0" y="1828800"/>
            <a:ext cx="1920240" cy="4023360"/>
          </a:xfrm>
          <a:prstGeom prst="roundRect">
            <a:avLst>
              <a:gd name="adj" fmla="val 5714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0" y="2743200"/>
            <a:ext cx="1554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{{Prof. {{Name}}}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{{Prof. {{Name}}}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{{Prof. {{Name}}}}}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{{Background &amp; motivation}}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{{Establish the field, the gap in current knowledge, and the practical or theoretical stakes. Cite key sources: {{Author, Year}}; {{Author, Year}}.}}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7830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838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{{Gap 1}}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397764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388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4663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{{Gap 2}}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{{Research questions &amp; hypotheses}}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164592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94560" y="20116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{{First research question}}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{{hypothesis}}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246120"/>
            <a:ext cx="164592" cy="1188720"/>
          </a:xfrm>
          <a:prstGeom prst="rect">
            <a:avLst/>
          </a:prstGeom>
          <a:solidFill>
            <a:srgbClr val="8C2F3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33832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{{Second research question}}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{{hypothesis}}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617720"/>
            <a:ext cx="164592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754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94560" y="47548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{{Third research question}}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{{hypothesis}}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{{Methodology}}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{{Study design: experiment / survey / case study}}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8C2F3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/ Data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{{Sample, sampling method, inclusion criteria}}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{{Measures, tools, validity &amp; reliability}}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8C2F3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{{Statistical methods: {{tests / models}}}}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{{Sample &amp; data}}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2152" y="192024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64224" y="192024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26296" y="192024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points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937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data availability: approval {{reference}} · data &amp; code: {{repository link}}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{{Result 1: {{finding}}}}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589520" y="178308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095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 / F / χ² = {{value}}}}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{{value}}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= {{value}}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[{{lo}}, {{hi}}]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0956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{{Supports H{{X}}}}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{{Result 2: {{finding}}}}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{{figure}}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{{Finding}}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pattern in the data, in plain words first.}}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94560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194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{{figure}}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{{Finding}}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pattern in the data, in plain words first.}}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94560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2194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{{figure}}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{{Finding}}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pattern in the data, in plain words first.}}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{{Interpretation}}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{{State the central interpretation in one sentence: what do the results mean for {{theory / practice}}?}}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5021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35021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{{Prior work this aligns with: {{Author, Year}}}}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325112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39826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Contrasts with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439826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{{Prior work this challenges: {{Author, Year}}}}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21224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529437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529437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proposed explanation}}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{{Limitations &amp; future work}}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{{Limitation 1}}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constrains interpretation}}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{{Future study design}}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{{Limitation 2}}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3383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constrains interpretation}}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{{Future study design}}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{{Limitation 3}}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4754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constrains interpretation}}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{{Future study design}}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{{Contributions}}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CEA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this adds to the literature}}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926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{{New instrument, dataset, or approach}}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practitioners can do differently}}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20240"/>
            <a:ext cx="10515600" cy="0"/>
          </a:xfrm>
          <a:prstGeom prst="line">
            <a:avLst/>
          </a:prstGeom>
          <a:noFill/>
          <a:ln w="3175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welcome the committee’s questions.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 · {{email}} · Thesis: {{repository link}}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486400"/>
            <a:ext cx="10515600" cy="0"/>
          </a:xfrm>
          <a:prstGeom prst="line">
            <a:avLst/>
          </a:prstGeom>
          <a:noFill/>
          <a:ln w="19050">
            <a:solidFill>
              <a:srgbClr val="DEDA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Defense Template</dc:title>
  <dc:subject>PptxGenJS Presentation</dc:subject>
  <dc:creator>WorkBuddy</dc:creator>
  <cp:lastModifiedBy>WorkBuddy</cp:lastModifiedBy>
  <cp:revision>1</cp:revision>
  <dcterms:created xsi:type="dcterms:W3CDTF">2026-10-29T06:59:33Z</dcterms:created>
  <dcterms:modified xsi:type="dcterms:W3CDTF">2026-10-29T06:59:33Z</dcterms:modified>
</cp:coreProperties>
</file>