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Week-1 targets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8FA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{{Signups}}</c:v>
                  </c:pt>
                  <c:pt idx="1">
                    <c:v>{{Activations}}</c:v>
                  </c:pt>
                  <c:pt idx="2">
                    <c:v>{{Conversions}}</c:v>
                  </c:pt>
                  <c:pt idx="3">
                    <c:v>{{Refs}}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12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8FA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9B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B923C"/>
              </a:solidFill>
              <a:effectLst/>
            </c:spPr>
          </c:dPt>
          <c:dPt>
            <c:idx val="1"/>
            <c:bubble3D val="0"/>
            <c:spPr>
              <a:solidFill>
                <a:srgbClr val="FACC15"/>
              </a:solidFill>
              <a:effectLst/>
            </c:spPr>
          </c:dPt>
          <c:dPt>
            <c:idx val="2"/>
            <c:bubble3D val="0"/>
            <c:spPr>
              <a:solidFill>
                <a:srgbClr val="F87171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{{Paid ads}}</c:v>
                </c:pt>
                <c:pt idx="1">
                  <c:v>{{Content &amp; creative}}</c:v>
                </c:pt>
                <c:pt idx="2">
                  <c:v>{{PR}}</c:v>
                </c:pt>
                <c:pt idx="3">
                  <c:v>{{Events}}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B39B7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FB923C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FACC15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87171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{{Product Name}}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Plan · {{Launch Date}}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sentence: what launches, for whom, and why now.}}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{{Launch goal &amp; scope}}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{{Define the single primary launch goal. Everything in this deck should trace back to it.}}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3840480"/>
            <a:ext cx="164592" cy="164592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703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{{Primary goal (one metric)}}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4572000"/>
            <a:ext cx="164592" cy="164592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434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{{Secondary goals}}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5303520"/>
            <a:ext cx="164592" cy="164592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51663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{{Explicitly out of scope}}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178308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19842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86384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3081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{{T-minus {{X}} weeks}}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402336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0" y="42245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{{Tier}}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63840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tier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0" y="53218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{{Tier 1/2/3 effort}}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we are launching to}}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240280"/>
            <a:ext cx="822960" cy="822960"/>
          </a:xfrm>
          <a:prstGeom prst="ellipse">
            <a:avLst/>
          </a:prstGeom>
          <a:solidFill>
            <a:srgbClr val="FB923C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98882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{{icon}}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{{Segment 1}}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they are}}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trigger that makes them care}}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92140" y="2240280"/>
            <a:ext cx="822960" cy="822960"/>
          </a:xfrm>
          <a:prstGeom prst="ellipse">
            <a:avLst/>
          </a:prstGeom>
          <a:solidFill>
            <a:srgbClr val="FACC15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9214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{{icon}}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{{Segment 2}}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3794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they are}}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trigger that makes them care}}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95460" y="2240280"/>
            <a:ext cx="822960" cy="822960"/>
          </a:xfrm>
          <a:prstGeom prst="ellipse">
            <a:avLst/>
          </a:prstGeom>
          <a:solidFill>
            <a:srgbClr val="FB923C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3954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{{icon}}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{{Segment 3}}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3794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they are}}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trigger that makes them care}}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{{which segment gets 80% of the effort}}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message}}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36261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 {{audience}}, {{product}} is the {{category}} that {{key benefit}}, unlike {{alternative}}.}}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5021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{{Audience 1}}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350215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{{Message that lands for them}}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25112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3982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{{Audience 2}}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439826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{{Message that lands for them}}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221224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529437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{{Audience 3}}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0" y="5294376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{{Message that lands for them}}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{{Hero features}}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2971800" cy="1371600"/>
          </a:xfrm>
          <a:prstGeom prst="roundRect">
            <a:avLst>
              <a:gd name="adj" fmla="val 8000"/>
            </a:avLst>
          </a:prstGeom>
          <a:solidFill>
            <a:srgbClr val="36261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{{screenshot}}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1}}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does in user language.}}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matters: {{benefit}}}}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194560"/>
            <a:ext cx="2971800" cy="1371600"/>
          </a:xfrm>
          <a:prstGeom prst="roundRect">
            <a:avLst>
              <a:gd name="adj" fmla="val 8000"/>
            </a:avLst>
          </a:prstGeom>
          <a:solidFill>
            <a:srgbClr val="36261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1945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{{screenshot}}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2}}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4297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does in user language.}}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5120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matters: {{benefit}}}}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2194560"/>
            <a:ext cx="2971800" cy="1371600"/>
          </a:xfrm>
          <a:prstGeom prst="roundRect">
            <a:avLst>
              <a:gd name="adj" fmla="val 8000"/>
            </a:avLst>
          </a:prstGeom>
          <a:solidFill>
            <a:srgbClr val="36261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1945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{{screenshot}}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3}}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does in user language.}}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5120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matters: {{benefit}}}}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{{Packages}}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77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{{Starter}}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{{Price}}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51560" y="3566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1}}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069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2}}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362611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80660" y="16002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2" name="Text 10"/>
          <p:cNvSpPr/>
          <p:nvPr/>
        </p:nvSpPr>
        <p:spPr>
          <a:xfrm>
            <a:off x="5280660" y="1600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103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{{Growth}}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{{Price}}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3291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{{Everything in Starter}}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794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2}}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4297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3}}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377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{{Enterprise}}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2104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{{Price}}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58200" y="3566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{{Everything in Growth}}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4069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2}}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4572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{{Included 3}}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{{T-minus schedule}}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10332720" cy="0"/>
          </a:xfrm>
          <a:prstGeom prst="line">
            <a:avLst/>
          </a:prstGeom>
          <a:noFill/>
          <a:ln w="25400">
            <a:solidFill>
              <a:srgbClr val="4A34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1912" y="3319272"/>
            <a:ext cx="219456" cy="21945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T-4 weeks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{{Internal alpha &amp; content ready}}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384048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67912" y="3319272"/>
            <a:ext cx="219456" cy="219456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 weeks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4297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{{Beta feedback &amp; enablement done}}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18745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53912" y="3319272"/>
            <a:ext cx="219456" cy="21945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 week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{{Press embargo &amp; assets locked}}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384048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39912" y="3319272"/>
            <a:ext cx="219456" cy="21945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0" y="4297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 live &amp; war room}}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84080" y="18745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725912" y="3319272"/>
            <a:ext cx="219456" cy="21945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4" name="Text 22"/>
          <p:cNvSpPr/>
          <p:nvPr/>
        </p:nvSpPr>
        <p:spPr>
          <a:xfrm>
            <a:off x="996696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 week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6696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{{Follow-ups &amp; iteration}}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{{Channel plan}}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{{Owned}}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26080" y="1965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{{Email list}}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 sends}}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{{Owner: {{name}}}}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017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{{Paid}}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3017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 / sponsorship}}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3017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{{Budget: {{currency}}}}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{{Owner: {{name}}}}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069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{{Earned}}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26080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{{Press &amp; communities}}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 pitches}}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8320" y="4069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{{Owner: {{name}}}}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5120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{{Partners}}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5120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{{Co-marketing}}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5120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 partners}}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0" y="5120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{{Owner: {{name}}}}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{{Internal enablement}}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FB923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{{Pitch deck, demo script, FAQ, pricing approval}}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FACC1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{{Macros, known issues, escalation path}}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FB923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{{Outreach list, playbook, webinars}}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FACC1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6092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{{Announcement, social kit, launch day rituals}}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 &amp; content plan}}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Press release: {{link / status}}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Blog post: {{link / status}}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Launch video: {{link / status}}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5074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Screenshots &amp; logo kit: {{link}}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178308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36261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2011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Embargo &amp; outreach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2606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Embargo lifts: {{date &amp; time, TZ}}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3429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Tier-1 outlets: {{list}}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4251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Communities &amp; newsletters: {{list}}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5074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Spokesperson available: {{window}}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{{Launch day, hour by hour}}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{{08:00}}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{{Final go / no-go check}}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{{09:00}}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flag on, site live}}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{{09:30}}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2104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{{Email &amp; social posts out}}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{{10:00}}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{{Press follow-ups}}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39319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{{14:00}}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4709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{{Metrics check #1}}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0" y="39319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2104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{{18:00}}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4709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{{Day-1 recap &amp; issues triage}}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measure}}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targets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metric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{{Measured daily}}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target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{{Visit to {{action}}}}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 triage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 first {{X}} days}}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could go wrong}}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30552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1}}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{{Likelihood}}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{{Contingency plan}}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182112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2}}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017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{{Likelihood}}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3017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{{Contingency plan}}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233672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4069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3}}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4069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{{Likelihood}}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4069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{{Contingency plan}}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5285232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08760" y="5120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4}}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5120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{{Likelihood}}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0" y="5120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{{Contingency plan}}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30 / 60 / 90 plan}}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{{Stabilize &amp; learn}}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{{Fix top issues, first retention read, retro scheduled}}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94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94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{{Double down}}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{{Iterate on the highest-signal feedback, expand channel that worked}}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36261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194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194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{{Scale}}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33832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{{Full funnel review, next phase decision}}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 launch costs}}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2880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split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0" y="192024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20840" y="2011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66960" y="2011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0" y="29718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20840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(FTE-weeks)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966960" y="30632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0" y="402336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20840" y="4114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vendor spend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966960" y="4114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0" y="507492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2A1D0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20840" y="5166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reserve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966960" y="5166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FB923C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FACC15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87171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PLAN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{{Let’s ship it.}}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owner: {{name}} · {{email}} · Next check-in: {{date}}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Launch Template</dc:title>
  <dc:subject>PptxGenJS Presentation</dc:subject>
  <dc:creator>WorkBuddy</dc:creator>
  <cp:lastModifiedBy>WorkBuddy</cp:lastModifiedBy>
  <cp:revision>1</cp:revision>
  <dcterms:created xsi:type="dcterms:W3CDTF">2026-10-28T09:30:49Z</dcterms:created>
  <dcterms:modified xsi:type="dcterms:W3CDTF">2026-10-28T09:30:49Z</dcterms:modified>
</cp:coreProperties>
</file>