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{{MRR (k)}}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1F5F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{{M-5}}</c:v>
                  </c:pt>
                  <c:pt idx="1">
                    <c:v>{{M-4}}</c:v>
                  </c:pt>
                  <c:pt idx="2">
                    <c:v>{{M-3}}</c:v>
                  </c:pt>
                  <c:pt idx="3">
                    <c:v>{{M-2}}</c:v>
                  </c:pt>
                  <c:pt idx="4">
                    <c:v>{{M-1}}</c:v>
                  </c:pt>
                  <c:pt idx="5">
                    <c:v>This month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15</c:v>
                </c:pt>
                <c:pt idx="2">
                  <c:v>19</c:v>
                </c:pt>
                <c:pt idx="3">
                  <c:v>24</c:v>
                </c:pt>
                <c:pt idx="4">
                  <c:v>31</c:v>
                </c:pt>
                <c:pt idx="5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1F5F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3C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GUIDE: Replace every {{placeholder}} with your own content. Change accent colors in the generator (C.accent / C.accent2) to match your brand. Delete slides you do not need. Send as PDF. Keep the TL;DR honest: investors value candor over polish.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60A5FA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93C5FD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UPDATE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1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{{Company Name}}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{{Monthly / Quarterly}} Update · {{Month Year}}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{{One-line summary: how the period went and what you need.}}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v1.0   ·   Replace every {{placeholder}}   ·   Free to use &amp; modify (CC0)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TL;DR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period in four numbers}}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141E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{{MRR}}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{{+{{x}}% MoM}}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02152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141E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02152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02152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85032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{{+{{x}}%}}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64224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141E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64224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64224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/ month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47104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{{runway {{N}} mo}}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26296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141E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26296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226296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in bank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09176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{{as of {{date}}}}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1B2A47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48006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{{the single most important thing that happened, in one sentence}}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{{Core metric trend}}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87452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in PowerPoint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138160" y="1874520"/>
            <a:ext cx="3383280" cy="1234440"/>
          </a:xfrm>
          <a:prstGeom prst="roundRect">
            <a:avLst>
              <a:gd name="adj" fmla="val 8889"/>
            </a:avLst>
          </a:prstGeom>
          <a:solidFill>
            <a:srgbClr val="141E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412480" y="2011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{{+x%}}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412480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this period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138160" y="3291840"/>
            <a:ext cx="3383280" cy="1234440"/>
          </a:xfrm>
          <a:prstGeom prst="roundRect">
            <a:avLst>
              <a:gd name="adj" fmla="val 8889"/>
            </a:avLst>
          </a:prstGeom>
          <a:solidFill>
            <a:srgbClr val="141E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412480" y="34290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8412480" y="3977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new customers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138160" y="4709160"/>
            <a:ext cx="3383280" cy="1234440"/>
          </a:xfrm>
          <a:prstGeom prst="roundRect">
            <a:avLst>
              <a:gd name="adj" fmla="val 8889"/>
            </a:avLst>
          </a:prstGeom>
          <a:solidFill>
            <a:srgbClr val="141E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412480" y="48463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{{x%}}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412480" y="5394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/ churn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{{Wins &amp; lowlights}}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141E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0312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031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{{Win 1: shipped / signed / hired}}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7947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{{Win 2}}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47548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{{Win 3}}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1B2A47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210312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1031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Lowlights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8346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{{Miss 1: what slipped and why}}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37947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{{Miss 2}}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46520" y="47548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{{Miss 3}}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{{Shipped &amp; in flight}}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7589520" cy="868680"/>
          </a:xfrm>
          <a:prstGeom prst="roundRect">
            <a:avLst>
              <a:gd name="adj" fmla="val 12632"/>
            </a:avLst>
          </a:prstGeom>
          <a:solidFill>
            <a:srgbClr val="141E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984248"/>
            <a:ext cx="566928" cy="566928"/>
          </a:xfrm>
          <a:prstGeom prst="ellipse">
            <a:avLst/>
          </a:prstGeom>
          <a:solidFill>
            <a:srgbClr val="60A5FA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984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19202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{{Feature 1}}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0" y="2075688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0756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7589520" cy="868680"/>
          </a:xfrm>
          <a:prstGeom prst="roundRect">
            <a:avLst>
              <a:gd name="adj" fmla="val 12632"/>
            </a:avLst>
          </a:prstGeom>
          <a:solidFill>
            <a:srgbClr val="141E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035808"/>
            <a:ext cx="566928" cy="566928"/>
          </a:xfrm>
          <a:prstGeom prst="ellipse">
            <a:avLst/>
          </a:prstGeom>
          <a:solidFill>
            <a:srgbClr val="60A5FA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035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91640" y="29718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{{Feature 2}}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92240" y="3127248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31272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7589520" cy="868680"/>
          </a:xfrm>
          <a:prstGeom prst="roundRect">
            <a:avLst>
              <a:gd name="adj" fmla="val 12632"/>
            </a:avLst>
          </a:prstGeom>
          <a:solidFill>
            <a:srgbClr val="141E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4087368"/>
            <a:ext cx="566928" cy="566928"/>
          </a:xfrm>
          <a:prstGeom prst="ellipse">
            <a:avLst/>
          </a:prstGeom>
          <a:solidFill>
            <a:srgbClr val="60A5FA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91640" y="402336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{{Feature 3}}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92240" y="4178808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1788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983480"/>
            <a:ext cx="7589520" cy="868680"/>
          </a:xfrm>
          <a:prstGeom prst="roundRect">
            <a:avLst>
              <a:gd name="adj" fmla="val 12632"/>
            </a:avLst>
          </a:prstGeom>
          <a:solidFill>
            <a:srgbClr val="141E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5138928"/>
            <a:ext cx="566928" cy="566928"/>
          </a:xfrm>
          <a:prstGeom prst="ellipse">
            <a:avLst/>
          </a:prstGeom>
          <a:solidFill>
            <a:srgbClr val="60A5FA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5138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691640" y="50749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{{Feature 4}}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92240" y="5230368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8FA3C4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5230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95360" y="1828800"/>
            <a:ext cx="2926080" cy="4023360"/>
          </a:xfrm>
          <a:prstGeom prst="roundRect">
            <a:avLst>
              <a:gd name="adj" fmla="val 3750"/>
            </a:avLst>
          </a:prstGeom>
          <a:solidFill>
            <a:srgbClr val="1B2A47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86968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note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869680" y="256032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changes because of what shipped this period}}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{{Experiments &amp; channels}}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141E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48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{{Experiment 1}}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{{hypothesis → result}}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141E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2148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{{Experiment 2}}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26974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17720" y="3383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{{hypothesis → result}}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141E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1040" y="2148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{{Experiment 3}}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0" y="26974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321040" y="3383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{{hypothesis → result}}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1B2A47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48006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learned: {{the insight that changes how you allocate spend or effort next period}}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{{People &amp; hiring}}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141E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{{Name — role — background}}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3375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{{Name — role — background}}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4297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size: {{N}} ({{+x}} this period)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49377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note: {{key change, e.g. first eng manager}}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1B2A47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roles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46520" y="26517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 1 — {{x}} candidates in loop}}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34747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 2 — {{status}}}}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42976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 3 — {{status}}}}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5120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{{intros to great {{role}} people}}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{{Cash &amp; burn}}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141E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{{Revenue}}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period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{{+{{x}}%}}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02152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141E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02152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{{Expenses}}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02152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period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85032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{{plan {{x}}}}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64224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141E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64224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{{Net burn}}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64224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47104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26296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141E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26296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{{Runway}}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226296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left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09176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{{to {{date}}}}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1B2A47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48006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{{any raise, debt, or notable financial event. If planning to raise: {{when &amp; target}}}}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PERIOD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plan}}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141E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94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{{Weeks 1–4}}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{{Priority 1}}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{{Priority 2}}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141E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2194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{{Weeks 5–8}}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17720" y="2926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{{Priority 3}}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3840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{{Priority 4}}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141E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1040" y="2194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{{Weeks 9–12}}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21040" y="2926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{{Priority 5}}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21040" y="3840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{{Priority 6}}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{{Where investors can help}}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B2A47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94560"/>
            <a:ext cx="566928" cy="566928"/>
          </a:xfrm>
          <a:prstGeom prst="ellipse">
            <a:avLst/>
          </a:prstGeom>
          <a:solidFill>
            <a:srgbClr val="60A5FA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{{Intro 1}}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91640" y="26517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{{Company or person you want a warm intro to}}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194560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6092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{{Intro 2}}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60920" y="26517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{{Hiring lead or domain expert}}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4297680"/>
            <a:ext cx="566928" cy="566928"/>
          </a:xfrm>
          <a:prstGeom prst="ellipse">
            <a:avLst/>
          </a:prstGeom>
          <a:solidFill>
            <a:srgbClr val="60A5FA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91640" y="4224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{{Feedback}}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91640" y="47548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 decision you are wrestling with}}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B2A47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4297680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2940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60920" y="4224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{{Customers}}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360920" y="47548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{{Design partners or beta users}}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{{Commitments for next update}}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141E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659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{{Commitment 1}}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0" y="1965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{{Due date}}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141E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29718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{{Commitment 2}}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8096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0" y="2971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{{Due date}}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141E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39776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{{Commitment 3}}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80960" y="3977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0" y="3977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{{Due date}}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89204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141E3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49834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{{Commitment 4}}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80960" y="4983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0" y="4983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{{Due date}}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60A5FA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93C5FD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1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{{Questions? Just reply.}}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{{Founder name}} · {{email}} · {{phone}} · Next update: {{date}}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template — use, modify, and share. No attribution required. (CC0)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Update Template</dc:title>
  <dc:subject>PptxGenJS Presentation</dc:subject>
  <dc:creator>WorkBuddy</dc:creator>
  <cp:lastModifiedBy>WorkBuddy</cp:lastModifiedBy>
  <cp:revision>1</cp:revision>
  <dcterms:created xsi:type="dcterms:W3CDTF">2026-10-29T08:41:15Z</dcterms:created>
  <dcterms:modified xsi:type="dcterms:W3CDTF">2026-10-29T08:41:15Z</dcterms:modified>
</cp:coreProperties>
</file>