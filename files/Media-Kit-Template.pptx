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Followers (K)</c:v>
                </c:pt>
              </c:strCache>
            </c:strRef>
          </c:tx>
          <c:spPr>
            <a:solidFill>
              <a:srgbClr val="FACC1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AFAF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{{Platform 1}}</c:v>
                  </c:pt>
                  <c:pt idx="1">
                    <c:v>{{Platform 2}}</c:v>
                  </c:pt>
                  <c:pt idx="2">
                    <c:v>{{Platform 3}}</c:v>
                  </c:pt>
                  <c:pt idx="3">
                    <c:v>{{Platform 4}}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180</c:v>
                </c:pt>
                <c:pt idx="2">
                  <c:v>95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AFAF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3A3A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views (K)</c:v>
                </c:pt>
              </c:strCache>
            </c:strRef>
          </c:tx>
          <c:spPr>
            <a:solidFill>
              <a:srgbClr val="FACC1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AFAF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{{M-4}}</c:v>
                  </c:pt>
                  <c:pt idx="1">
                    <c:v>{{M-3}}</c:v>
                  </c:pt>
                  <c:pt idx="2">
                    <c:v>{{M-2}}</c:v>
                  </c:pt>
                  <c:pt idx="3">
                    <c:v>{{M-1}}</c:v>
                  </c:pt>
                  <c:pt idx="4">
                    <c:v>Last month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210</c:v>
                </c:pt>
                <c:pt idx="2">
                  <c:v>240</c:v>
                </c:pt>
                <c:pt idx="3">
                  <c:v>290</c:v>
                </c:pt>
                <c:pt idx="4">
                  <c:v>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AFAF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3A3A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1097280"/>
            <a:ext cx="2103120" cy="210312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KIT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{{Creator / Brand Name}}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{{Niche: what I make and for whom}}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{{Tagline in one sentence}}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97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{{website}} · {{@handle everywhere}} · Updated {{month year}}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I am}}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{{Two or three sentences: your story, your angle, why your audience trusts you. Write like a human, not a resume.}}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44805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pillars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49377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{{{{pillar 1}}}} · {{{{pillar 2}}}} · {{{{pillar 3}}}}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8288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388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facts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8388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{{city}}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388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since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{{year}}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3880" y="4297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0" y="4297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{{list}}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83880" y="5120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format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0" y="5120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{{video / audio / writing}}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numbers that matter}}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{{total}}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following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{{across {{x}} platforms}}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reach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{{impressions / month}}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{{vs {{x}}% benchmark}}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{{x}}K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{{open rate {{x}}%}}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line about audience quality: buying intent, niche depth, community loyalty — not just size.}}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the audience lives}}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223760" y="1874520"/>
            <a:ext cx="4297680" cy="1188720"/>
          </a:xfrm>
          <a:prstGeom prst="roundRect">
            <a:avLst>
              <a:gd name="adj" fmla="val 9231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2011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{{Platform 1}}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50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{{content type · posting {{x}}/week}}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23760" y="3246120"/>
            <a:ext cx="4297680" cy="1188720"/>
          </a:xfrm>
          <a:prstGeom prst="roundRect">
            <a:avLst>
              <a:gd name="adj" fmla="val 9231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3383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{{Platform 2}}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8221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{{content type · posting {{x}}/week}}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23760" y="4617720"/>
            <a:ext cx="4297680" cy="1188720"/>
          </a:xfrm>
          <a:prstGeom prst="roundRect">
            <a:avLst>
              <a:gd name="adj" fmla="val 9231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98080" y="4754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{{Platform 3}}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498080" y="5193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{{content type · posting {{x}}/week}}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{{Demographics &amp; psychographics}}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{{core: {{x–y}}}}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3429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 / y%}}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4206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{{list 3}}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983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4983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{{{{x}}% mobile}}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they care about, what they aspire to, what they buy. Three sentences that make a brand want this audience.}}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Interests: {{tag}} · {{tag}} · {{tag}}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{{Recent performance}}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trend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06640" y="187452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0" y="20116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{{x}}K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41832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views per post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6640" y="324612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80960" y="3383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418320" y="33832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 rate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06640" y="461772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80960" y="4754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418320" y="4754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/ shares per post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{{Brands I have worked with}}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{{Brand A}}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{{campaign type}}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{{result: {{metric}}}}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{{Brand B}}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{{campaign type}}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3108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{{result: {{metric}}}}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206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{{Brand C}}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4800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{{campaign type}}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5212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{{result: {{metric}}}}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4206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{{Brand D}}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9400" y="4800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{{campaign type}}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5212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{{result: {{metric}}}}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{{Ways to work together}}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{{price}}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is included, line by line}}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{{usage rights}}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{{timeline}}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ACC1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{{price}}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36576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B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is included, line by line}}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B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{{usage rights}}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B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{{timeline}}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{{price/mo}}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321040" y="36576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is included, line by line}}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{{usage rights}}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{{timeline}}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partners say}}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“{{quote from brand contact}}”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9377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 · {{role}}, {{brand}}}}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011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“{{quote}}”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49377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 · {{role}}, {{brand}}}}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2011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366760" y="29260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“{{quote}}”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49377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 · {{role}}, {{brand}}}}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pitch}}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FACC1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{{My audience treats recommendations like advice from a friend}}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6092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product is genuinely useful to my {{niche}} audience}}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D1D1D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FACC1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9164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 make the integration watchable, not skippable}}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6092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{{Past campaigns delivered {{result}} — see previous page}}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{{Start the conversation}}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2667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860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{{email}}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{{Business manager: {{name}}}} · {{agent / self-served}}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977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assets (logo, photos, b-roll): {{link}} · Response time: {{within x days}}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8463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{{@handle}} · {{website}} · {{other channels}}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SOMETHING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{{Your brand + my audience.}}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{{Creator Name}} · {{email}} · {{@handle}}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393192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{{logo / portrait}}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Creator Media Kit Template</dc:title>
  <dc:subject>PptxGenJS Presentation</dc:subject>
  <dc:creator>WorkBuddy</dc:creator>
  <cp:lastModifiedBy>WorkBuddy</cp:lastModifiedBy>
  <cp:revision>1</cp:revision>
  <dcterms:created xsi:type="dcterms:W3CDTF">2026-10-29T08:41:17Z</dcterms:created>
  <dcterms:modified xsi:type="dcterms:W3CDTF">2026-10-29T08:41:17Z</dcterms:modified>
</cp:coreProperties>
</file>