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Hires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{{Dept A}}</c:v>
                  </c:pt>
                  <c:pt idx="1">
                    <c:v>{{Dept B}}</c:v>
                  </c:pt>
                  <c:pt idx="2">
                    <c:v>{{Dept C}}</c:v>
                  </c:pt>
                  <c:pt idx="3">
                    <c:v>{{Dept D}}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6E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F43F5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· CAMPUS / CAREER TALK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{{Company Name}}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{{Recruiting event / season}} · {{Date}}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line: why the next chapter of your career belongs here.}}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snapshot}}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679192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0215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64224" y="1920240"/>
            <a:ext cx="2679192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64224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/ countries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26296" y="1920240"/>
            <a:ext cx="2679192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26296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26296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/ stage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E8D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company does and its biggest win so far, in two lines.}}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{{Reasons to join}}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E8D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F43F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{{Reason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real ownership from day one}}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{{Reason 2}}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work used by millions}}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F43F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{{Reason 3}}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learn from the best in {{field}}}}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{{Reason 4}}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fast, merit-based growth}}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work}}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822960" cy="10972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1}}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behavior this value produces, not a slogan.}}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82296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2}}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behavior this value produces, not a slogan.}}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82296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514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3}}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behavior this value produces, not a slogan.}}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{{Open positions}}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1}}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6974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{{Location}}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{{apply link / QR}}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2}}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26974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6974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{{Location}}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{{apply link / QR}}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3}}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" y="48006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00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48006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4800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{{Location}}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{{apply link / QR}}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4}}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29400" y="48006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E8DE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800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{{Team}}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48006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800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{{Location}}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{{apply link / QR}}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first years here}}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 0-3}}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{{Buddy, first project, first ship}}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3383280"/>
            <a:ext cx="182880" cy="0"/>
          </a:xfrm>
          <a:prstGeom prst="line">
            <a:avLst/>
          </a:prstGeom>
          <a:noFill/>
          <a:ln w="25400">
            <a:solidFill>
              <a:srgbClr val="F5DC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031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 3-12}}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 a module / client / region}}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383280"/>
            <a:ext cx="182880" cy="0"/>
          </a:xfrm>
          <a:prstGeom prst="line">
            <a:avLst/>
          </a:prstGeom>
          <a:noFill/>
          <a:ln w="25400">
            <a:solidFill>
              <a:srgbClr val="F5DC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031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E8D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377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{{Year 2}}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or breadth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{{Specialize or lead}}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{{Pay &amp; benefits}}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6791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{{Salary band}}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bands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85032" y="1920240"/>
            <a:ext cx="26791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5032" y="212140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85032" y="285292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/ equity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6791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Performance-linked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26791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7024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days}}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36752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{{perk}}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85032" y="4069080"/>
            <a:ext cx="26791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85032" y="4270248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85032" y="500176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budget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67912" y="536752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1920240"/>
            <a:ext cx="5029200" cy="4069080"/>
          </a:xfrm>
          <a:prstGeom prst="roundRect">
            <a:avLst>
              <a:gd name="adj" fmla="val 2697"/>
            </a:avLst>
          </a:prstGeom>
          <a:solidFill>
            <a:srgbClr val="FFE8D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perks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1228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{{Perk 1}}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474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{{Perk 2}}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4251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{{Perk 3}}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5029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{{Perk 4}}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{{Meet the team}}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240280"/>
            <a:ext cx="914400" cy="914400"/>
          </a:xfrm>
          <a:prstGeom prst="ellipse">
            <a:avLst/>
          </a:prstGeom>
          <a:solidFill>
            <a:srgbClr val="F43F5E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{{Fun fact / what they hire for}}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46420" y="2240280"/>
            <a:ext cx="914400" cy="914400"/>
          </a:xfrm>
          <a:prstGeom prst="ellipse">
            <a:avLst/>
          </a:prstGeom>
          <a:solidFill>
            <a:srgbClr val="6366F1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464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3337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251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{{Fun fact / what they hire for}}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49740" y="2240280"/>
            <a:ext cx="914400" cy="914400"/>
          </a:xfrm>
          <a:prstGeom prst="ellipse">
            <a:avLst/>
          </a:prstGeom>
          <a:solidFill>
            <a:srgbClr val="10B981">
              <a:alpha val="6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34974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337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251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{{Fun fact / what they hire for}}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application to offer}}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{{Day 0}}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{{Resume / portfolio}}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3291840"/>
            <a:ext cx="182880" cy="0"/>
          </a:xfrm>
          <a:prstGeom prst="line">
            <a:avLst/>
          </a:prstGeom>
          <a:noFill/>
          <a:ln w="25400">
            <a:solidFill>
              <a:srgbClr val="F5DC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23317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 1}}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76472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76472" y="329184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{{30-min call}}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3291840"/>
            <a:ext cx="182880" cy="0"/>
          </a:xfrm>
          <a:prstGeom prst="line">
            <a:avLst/>
          </a:prstGeom>
          <a:noFill/>
          <a:ln w="25400">
            <a:solidFill>
              <a:srgbClr val="F5DC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38544" y="23317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 2}}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38544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38544" y="329184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{{Technical + team fit}}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43416" y="3291840"/>
            <a:ext cx="182880" cy="0"/>
          </a:xfrm>
          <a:prstGeom prst="line">
            <a:avLst/>
          </a:prstGeom>
          <a:noFill/>
          <a:ln w="25400">
            <a:solidFill>
              <a:srgbClr val="F5DC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6296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0616" y="233172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 3}}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0616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00616" y="3291840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&amp; references}}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reply to every applicant within {{X}} days. Interview prep guide: {{link}}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team says}}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"{{{{Quote about the work}}}}"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 · {{Team, X years}}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E8D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286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"{{{{Quote about the culture}}}}"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 · {{Team, X years}}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{{Last cohort by the numbers}}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last year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{{X}} applications}}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{{Why: {{reason}}}}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with us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{{Retention at {{X}} years}}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2194560" cy="21945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{{Build the future with us.}}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{{careers.company.com}} · {{jobs@company.com}} · Deadline: {{date}}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Recruiting Deck Template</dc:title>
  <dc:subject>PptxGenJS Presentation</dc:subject>
  <dc:creator>WorkBuddy</dc:creator>
  <cp:lastModifiedBy>WorkBuddy</cp:lastModifiedBy>
  <cp:revision>1</cp:revision>
  <dcterms:created xsi:type="dcterms:W3CDTF">2026-10-29T06:59:35Z</dcterms:created>
  <dcterms:modified xsi:type="dcterms:W3CDTF">2026-10-29T06:59:35Z</dcterms:modified>
</cp:coreProperties>
</file>