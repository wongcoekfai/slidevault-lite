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(k)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{{Comp 1}}</c:v>
                  </c:pt>
                  <c:pt idx="1">
                    <c:v>{{Comp 2}}</c:v>
                  </c:pt>
                  <c:pt idx="2">
                    <c:v>{{Comp 3}}</c:v>
                  </c:pt>
                  <c:pt idx="3">
                    <c:v>{{Comp 4}}</c:v>
                  </c:pt>
                  <c:pt idx="4">
                    <c:v>This listing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455</c:v>
                </c:pt>
                <c:pt idx="2">
                  <c:v>470</c:v>
                </c:pt>
                <c:pt idx="3">
                  <c:v>495</c:v>
                </c:pt>
                <c:pt idx="4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1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F5EBD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0"/>
            <a:ext cx="2743200" cy="3291840"/>
          </a:xfrm>
          <a:prstGeom prst="rect">
            <a:avLst/>
          </a:prstGeom>
          <a:solidFill>
            <a:srgbClr val="D97706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2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{{Street Address}}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{{City}} · {{Type: apartment / house}} · {{X}} m²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{{Asking price}} · {{Listing agent}} · {{Agency}} · {{date}}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grey panel with a property photo. {{Listing ID}}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essentials}}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 {{x}} baths}}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m²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{{plot {{x}} m²}}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{{renovated {{year}}}}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{{Class}}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rating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{{certificate {{id}}}}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paragraph: the character of the property — light, layout, what makes it feel like home.}}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neighborhood}}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{{Transit: {{lines / stations, walk time}}}}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{{Schools: {{names, ratings}}}}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{{Shops &amp; dining: {{distance}}}}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{{Green space: {{parks nearby}}}}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times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{{City center}}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district}}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{{Airport}}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{{Station}}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 walk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{{Rooms &amp; facilities}}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2926080" cy="1097280"/>
          </a:xfrm>
          <a:prstGeom prst="rect">
            <a:avLst/>
          </a:prstGeom>
          <a:solidFill>
            <a:srgbClr val="F5EBDB"/>
          </a:solidFill>
          <a:ln w="12700">
            <a:solidFill>
              <a:srgbClr val="EBDF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51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{{Room 1 — {{x}} m²}}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2651760"/>
            <a:ext cx="2926080" cy="1097280"/>
          </a:xfrm>
          <a:prstGeom prst="rect">
            <a:avLst/>
          </a:prstGeom>
          <a:solidFill>
            <a:srgbClr val="F5EBDB"/>
          </a:solidFill>
          <a:ln w="12700">
            <a:solidFill>
              <a:srgbClr val="EBD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651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{{Room 2 — {{x}} m²}}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931920"/>
            <a:ext cx="2926080" cy="1097280"/>
          </a:xfrm>
          <a:prstGeom prst="rect">
            <a:avLst/>
          </a:prstGeom>
          <a:solidFill>
            <a:srgbClr val="F5EBDB"/>
          </a:solidFill>
          <a:ln w="12700">
            <a:solidFill>
              <a:srgbClr val="EBD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{{Room 3 — {{x}} m²}}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9080" y="3931920"/>
            <a:ext cx="2926080" cy="1097280"/>
          </a:xfrm>
          <a:prstGeom prst="rect">
            <a:avLst/>
          </a:prstGeom>
          <a:solidFill>
            <a:srgbClr val="F5EBDB"/>
          </a:solidFill>
          <a:ln w="12700">
            <a:solidFill>
              <a:srgbClr val="EBD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{{Room 4 — {{x}} m²}}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38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3880" y="26060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parking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balcony / garden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A/C}}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similar homes sold for}}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0" y="187452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26060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this listing is positioned vs comps: condition, floor, orientation, extras. Why the price is justified.}}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number &amp; the strategy}}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2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{{Price}}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 per m²}} · area average {{x}}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{{Negotiation room: {{x}}%}}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/ excluded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{{fixtures, appliances, parking spot…}}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251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{{anything the buyer might assume is included}}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taxes: {{transfer tax {{x}}%, agent fee {{x}}%}}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{{Honest state of the property}}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{{Structure}}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{{condition}}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108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{{Good / Fair / Work}}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{{Roof / facade}}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{{condition}}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31089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F621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108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{{Good / Fair / Work}}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{{Electrical &amp; plumbing}}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754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{{condition}}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5212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12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{{Good / Fair / Work}}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{{Kitchen &amp; baths}}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754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{{condition}}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5212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F6212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5212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{{Good / Fair / Work}}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 buyer-investors}}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yield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{{rent {{amount}}/mo}}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{{5y area trend}}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yrs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{{with {{financing}}}}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{{tax, upkeep, fees}}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{{rental vs resale vs own-use — which profile this property suits best and why}}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SUITS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buyers}}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{{Young family}}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{{why: {{schools, space, safety}}}}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777240" cy="777240"/>
          </a:xfrm>
          <a:prstGeom prst="ellipse">
            <a:avLst/>
          </a:prstGeom>
          <a:solidFill>
            <a:srgbClr val="3F621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{{Commuting couple}}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{{why: {{transit, city access}}}}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777240" cy="7772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{{Investor}}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{{why: {{yield, tenant demand}}}}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{{Viewings to closing}}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{{open house {{date}} / private on request}}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201168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76472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76472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352044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{{deadline: {{date}}}}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64224" y="201168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38544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38544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352044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{{inspection, financing {{x}} weeks}}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26296" y="2011680"/>
            <a:ext cx="2679192" cy="292608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0616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00616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0616" y="352044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{{date}}}}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to make a move}}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serious buyers should prepare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{{Proof of financing / mortgage pre-approval}}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{{Desired move-in date}}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{{Conditions (inspection, sale of own home)}}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{{Questions for the seller / HOA}}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5EBD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83880" y="3291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{{Agency}}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{{phone}}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{{email}}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F5EBD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828800"/>
            <a:ext cx="2743200" cy="3291840"/>
          </a:xfrm>
          <a:prstGeom prst="rect">
            <a:avLst/>
          </a:prstGeom>
          <a:solidFill>
            <a:srgbClr val="D97706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VIEWING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B2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{{Homes like this do not wait.}}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{{Agent name}} · {{phone}} · {{email}} · {{agency}}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Listing Template</dc:title>
  <dc:subject>PptxGenJS Presentation</dc:subject>
  <dc:creator>WorkBuddy</dc:creator>
  <cp:lastModifiedBy>WorkBuddy</cp:lastModifiedBy>
  <cp:revision>1</cp:revision>
  <dcterms:created xsi:type="dcterms:W3CDTF">2026-10-29T08:41:17Z</dcterms:created>
  <dcterms:modified xsi:type="dcterms:W3CDTF">2026-10-29T08:41:17Z</dcterms:modified>
</cp:coreProperties>
</file>