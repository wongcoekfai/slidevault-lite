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bubble3D val="0"/>
            <c:spPr>
              <a:solidFill>
                <a:srgbClr val="FB7185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C7D2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{{Venue}}</c:v>
                </c:pt>
                <c:pt idx="1">
                  <c:v>{{Catering}}</c:v>
                </c:pt>
                <c:pt idx="2">
                  <c:v>{{AV}}</c:v>
                </c:pt>
                <c:pt idx="3">
                  <c:v>{{Marketing}}</c:v>
                </c:pt>
                <c:pt idx="4">
                  <c:v>{{Swag &amp; misc}}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B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Invited</c:v>
                  </c:pt>
                  <c:pt idx="1">
                    <c:v>Registered</c:v>
                  </c:pt>
                  <c:pt idx="2">
                    <c:v>Confirmed</c:v>
                  </c:pt>
                  <c:pt idx="3">
                    <c:v>Attended</c:v>
                  </c:pt>
                  <c:pt idx="4">
                    <c:v>Follow-up call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220</c:v>
                </c:pt>
                <c:pt idx="2">
                  <c:v>180</c:v>
                </c:pt>
                <c:pt idx="3">
                  <c:v>130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B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263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2743200" cy="2743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291840"/>
            <a:ext cx="1737360" cy="1737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931920"/>
            <a:ext cx="1097280" cy="109728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B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{{Event Name}}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 · {{Venue / Virtual}} · {{Expected guests}} guests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line: what this event is and who it is for.}}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event in one slide}}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{{in-person / hybrid / online}}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{{capacity {{X}}}}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{{budget}}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{{approved / pending}}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 organizers}}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event: {{the outcome that makes it worth the money — pipeline, community, brand, hiring…}}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success looks like}}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108960" y="2057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{{Registrations}}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57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778240" y="2057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{{Show-up rate}}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160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108960" y="4160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{{Qualified leads / connections}}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4160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{{X}}/5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778240" y="4160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{{Average satisfaction}}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run of the day}}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{{17:00}}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open &amp; registration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{{17:30}}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5420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{{Opening keynote: {{speaker}}}}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09544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552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{{18:15}}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25526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{{Session / workshop: {{title}}}}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{{19:15}}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96849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{{Panel or demo}}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636008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6817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{{20:00}}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681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food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394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{{21:30}}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53949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{{Venue, vendors, checklist}}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vendors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{{name, capacity, cost}}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{{vendor, headcount, dietary options}}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{{stage, mics, streaming}}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4983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{{who, deliverables, deadline}}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T-minus checklist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46520" y="26974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 weeks: {{venue signed, invites out}}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4472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355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 weeks: {{confirm speakers, AV plan}}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41970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1056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week: {{final headcount, run sheet}}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9469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8554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T-0: {{setup crew, signage, registration desk}}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money goes}}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split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0" y="187452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{{Total budget}}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17804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{{name}} on {{date}}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3840480"/>
            <a:ext cx="4663440" cy="2057400"/>
          </a:xfrm>
          <a:prstGeom prst="roundRect">
            <a:avLst>
              <a:gd name="adj" fmla="val 5333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780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outcome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78040" y="4480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/ lead = {{x}}}}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/ attendee = {{x}}}}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{{Filling the room}}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{{invites, reminders: {{dates}}}}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21945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6472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{{Social}}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6472" y="347472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{{platforms, hashtags, assets}}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42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194560"/>
            <a:ext cx="566928" cy="566928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8544" y="347472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{{co-hosts, communities}}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6296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21945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0616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0616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{{Paid}}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0616" y="347472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{{if any: budget &amp; channels}}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0352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page: {{link}} · Goes live: {{date}} · Owner: {{name}}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invite to show-up}}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funnel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06640" y="187452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levers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{{Reminder cadence (T-7, T-1, T-0)}}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26680" y="3383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{{Calendar files + join links upfront}}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26680" y="4160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{{Speaker assets for partners}}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4937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{{Waitlist to create urgency}}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{{Minute-by-minute owners}}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{{15:30}}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249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{{16:45}}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7249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7249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5295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{{17:00}}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352958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opens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529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34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{{17:30}}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33425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3342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9320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138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{{21:30}}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5138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5138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could go wrong}}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{{Low registration}}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{{trigger: &lt; {{x}} by {{date}}}}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{{plan: {{extra push / invite list}}}}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{{Speaker cancels}}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{{backup: {{name / pre-record}}}}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{{plan: {{reorder agenda}}}}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 failure}}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{{AV / streaming down}}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{{plan: {{backup device, hotspot}}}}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EEC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{{Weather / travel}}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{{venue or transport blocked}}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{{plan: {{hybrid fallback}}}}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part everyone forgets}}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{{Within 24h}}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130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{{Thank-you email + materials}}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76472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{{Within 3 days}}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6472" y="3017520"/>
            <a:ext cx="2130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{{Lead handoff to sales / CRM}}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642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38544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{{Within 1 week}}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38544" y="3017520"/>
            <a:ext cx="2130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{{Recap report + photos}}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26296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0616" y="219456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{{Within 2 weeks}}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0616" y="3017520"/>
            <a:ext cx="2130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{{Retro: what to keep, change, stop}}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2560320" cy="25603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THERE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B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{{{{Date}} · {{Venue}} · Be there.}}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RSVP: {{link}} · Questions: {{name}} · {{email}}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Plan Template</dc:title>
  <dc:subject>PptxGenJS Presentation</dc:subject>
  <dc:creator>WorkBuddy</dc:creator>
  <cp:lastModifiedBy>WorkBuddy</cp:lastModifiedBy>
  <cp:revision>1</cp:revision>
  <dcterms:created xsi:type="dcterms:W3CDTF">2026-10-29T08:41:16Z</dcterms:created>
  <dcterms:modified xsi:type="dcterms:W3CDTF">2026-10-29T08:41:16Z</dcterms:modified>
</cp:coreProperties>
</file>