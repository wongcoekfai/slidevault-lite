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Votes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{{Idea A}}</c:v>
                  </c:pt>
                  <c:pt idx="1">
                    <c:v>{{Idea B}}</c:v>
                  </c:pt>
                  <c:pt idx="2">
                    <c:v>{{Idea C}}</c:v>
                  </c:pt>
                  <c:pt idx="3">
                    <c:v>{{Idea D}}</c:v>
                  </c:pt>
                  <c:pt idx="4">
                    <c:v>{{Idea E}}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11</c:v>
                </c:pt>
                <c:pt idx="2">
                  <c:v>9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57F6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822960"/>
            <a:ext cx="2377440" cy="2377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834640"/>
            <a:ext cx="1828800" cy="1828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931920"/>
            <a:ext cx="1371600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{{Workshop Title}}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{{Half day / Full day}} · {{Date}} · {{Facilitator}}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sentence: what participants walk away with.}}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 will leave with…}}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{{Artifact 1}}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thing you actually make today}}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{{Artifact 2}}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657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thing you actually make today}}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2104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{{Skill}}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657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method you can reuse tomorrow}}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day}}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{{09:00}}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828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icebreaker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{{09:30}}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5420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{{Block 1: input}}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2542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09544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2552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{{10:30}}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325526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{{Block 2: hands-on}}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0" y="32552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22776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9684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{{12:00}}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0" y="39684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36008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6817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{{13:00}}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94560" y="46817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{{Block 3: build &amp; share}}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55280" y="46817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5394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{{15:30}}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94560" y="53949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commitments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55280" y="5394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0" y="1783080"/>
            <a:ext cx="1920240" cy="4114800"/>
          </a:xfrm>
          <a:prstGeom prst="roundRect">
            <a:avLst>
              <a:gd name="adj" fmla="val 5714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78408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84080" y="2651760"/>
            <a:ext cx="1554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phones down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ideas welcome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&gt; perfect}}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{{Icebreaker: {{name}}}}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{{Step 1}}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{{Step 2}}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{{Step 3}}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5120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{{what to listen for}}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17830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0" y="19842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6384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Timebox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3081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402336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63840" y="42245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53218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/ trios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method: {{name}}}}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method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{{When to use it and what problem it solves. A concrete story beats theory.}}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937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{{Common trap: {{what beginners get wrong}}}}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1956816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236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1}}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8803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3054096"/>
            <a:ext cx="566928" cy="566928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52360" y="3017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2}}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397764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4151376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151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52360" y="4114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3}}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507492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5248656"/>
            <a:ext cx="566928" cy="566928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0" y="5248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52360" y="5212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4}}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{{Title of the hands-on}}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1155680" cy="1280160"/>
          </a:xfrm>
          <a:prstGeom prst="roundRect">
            <a:avLst>
              <a:gd name="adj" fmla="val 8571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prompt: what participants must produce, in one clear sentence.}}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6576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 min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02152" y="338328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76472" y="36576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share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76472" y="420624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 min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76472" y="480060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64224" y="338328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38544" y="36576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build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8544" y="420624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 min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38544" y="480060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26296" y="338328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00616" y="36576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0616" y="420624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 min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500616" y="4800600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groups × {{X}} 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{{Split into groups}}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{{Facilitator}}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{{Keeps the group on the clock}}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{{Scribe}}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{{Captures everything on the board}}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{{Presenter}}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{{Delivers the 2-minute share-out}}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{{Devil’s advocate}}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{{Stress-tests the idea}}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main build}}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realistic challenge scoped to the day. Include the constraint that makes it interesting.}}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 {{sticky notes, template, canvas — {{link}}}}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075688"/>
            <a:ext cx="310896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{{Quality bar 1}}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8803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3172968"/>
            <a:ext cx="310896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017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{{Quality bar 2}}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397764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0" y="4270248"/>
            <a:ext cx="310896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{{Quality bar 3}}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507492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5367528"/>
            <a:ext cx="310896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5212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{{Quality bar 4}}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{{Present &amp; dot-vote}}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votes — fill in live during the session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6092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voting works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2423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3 dots each, cannot vote for your own}}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40880" y="3886200"/>
            <a:ext cx="4480560" cy="1920240"/>
          </a:xfrm>
          <a:prstGeom prst="roundRect">
            <a:avLst>
              <a:gd name="adj" fmla="val 5714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ideas advance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60920" y="4526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happens to the winning ideas after today}}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happens next}}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1}}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due {{Date}}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2}}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due {{Date}}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42062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3}}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5120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due {{Date}}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0" y="42062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4}}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5120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due {{Date}}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{{Quick feedback round}}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2971800" cy="685800"/>
          </a:xfrm>
          <a:prstGeom prst="rect">
            <a:avLst/>
          </a:prstGeom>
          <a:solidFill>
            <a:srgbClr val="FFFDF6"/>
          </a:solidFill>
          <a:ln w="12700">
            <a:solidFill>
              <a:srgbClr val="EFE8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9718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{{note}}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794760"/>
            <a:ext cx="2971800" cy="685800"/>
          </a:xfrm>
          <a:prstGeom prst="rect">
            <a:avLst/>
          </a:prstGeom>
          <a:solidFill>
            <a:srgbClr val="FFFDF6"/>
          </a:solidFill>
          <a:ln w="12700">
            <a:solidFill>
              <a:srgbClr val="EFE8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947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{{note}}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617720"/>
            <a:ext cx="2971800" cy="685800"/>
          </a:xfrm>
          <a:prstGeom prst="rect">
            <a:avLst/>
          </a:prstGeom>
          <a:solidFill>
            <a:srgbClr val="FFFDF6"/>
          </a:solidFill>
          <a:ln w="12700">
            <a:solidFill>
              <a:srgbClr val="EFE8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6177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{{note}}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DF0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21945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971800"/>
            <a:ext cx="2971800" cy="685800"/>
          </a:xfrm>
          <a:prstGeom prst="rect">
            <a:avLst/>
          </a:prstGeom>
          <a:solidFill>
            <a:srgbClr val="FFFDF6"/>
          </a:solidFill>
          <a:ln w="12700">
            <a:solidFill>
              <a:srgbClr val="EFE8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9718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{{note}}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3794760"/>
            <a:ext cx="2971800" cy="685800"/>
          </a:xfrm>
          <a:prstGeom prst="rect">
            <a:avLst/>
          </a:prstGeom>
          <a:solidFill>
            <a:srgbClr val="FFFDF6"/>
          </a:solidFill>
          <a:ln w="12700">
            <a:solidFill>
              <a:srgbClr val="EFE8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7947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{{note}}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4617720"/>
            <a:ext cx="2971800" cy="685800"/>
          </a:xfrm>
          <a:prstGeom prst="rect">
            <a:avLst/>
          </a:prstGeom>
          <a:solidFill>
            <a:srgbClr val="FFFDF6"/>
          </a:solidFill>
          <a:ln w="12700">
            <a:solidFill>
              <a:srgbClr val="EFE8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6177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{{note}}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21040" y="21945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21040" y="2971800"/>
            <a:ext cx="2971800" cy="685800"/>
          </a:xfrm>
          <a:prstGeom prst="rect">
            <a:avLst/>
          </a:prstGeom>
          <a:solidFill>
            <a:srgbClr val="FFFDF6"/>
          </a:solidFill>
          <a:ln w="12700">
            <a:solidFill>
              <a:srgbClr val="EFE8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29718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{{note}}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3794760"/>
            <a:ext cx="2971800" cy="685800"/>
          </a:xfrm>
          <a:prstGeom prst="rect">
            <a:avLst/>
          </a:prstGeom>
          <a:solidFill>
            <a:srgbClr val="FFFDF6"/>
          </a:solidFill>
          <a:ln w="12700">
            <a:solidFill>
              <a:srgbClr val="EFE8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37947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{{note}}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4617720"/>
            <a:ext cx="2971800" cy="685800"/>
          </a:xfrm>
          <a:prstGeom prst="rect">
            <a:avLst/>
          </a:prstGeom>
          <a:solidFill>
            <a:srgbClr val="FFFDF6"/>
          </a:solidFill>
          <a:ln w="12700">
            <a:solidFill>
              <a:srgbClr val="EFE8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46177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{{note}}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2194560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926080"/>
            <a:ext cx="1463040" cy="1463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BUILDING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{{You made {{X}} things today.}}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outputs: {{link}} · Next session: {{date}} · Contact: {{email}}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Template</dc:title>
  <dc:subject>PptxGenJS Presentation</dc:subject>
  <dc:creator>WorkBuddy</dc:creator>
  <cp:lastModifiedBy>WorkBuddy</cp:lastModifiedBy>
  <cp:revision>1</cp:revision>
  <dcterms:created xsi:type="dcterms:W3CDTF">2026-10-29T06:59:36Z</dcterms:created>
  <dcterms:modified xsi:type="dcterms:W3CDTF">2026-10-29T06:59:36Z</dcterms:modified>
</cp:coreProperties>
</file>