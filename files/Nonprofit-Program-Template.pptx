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served</c:v>
                </c:pt>
              </c:strCache>
            </c:strRef>
          </c:tx>
          <c:spPr>
            <a:solidFill>
              <a:srgbClr val="4C7A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{{Year-2}}</c:v>
                  </c:pt>
                  <c:pt idx="1">
                    <c:v>{{Year-1}}</c:v>
                  </c:pt>
                  <c:pt idx="2">
                    <c:v>{{This year}}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</c:v>
                </c:pt>
                <c:pt idx="1">
                  <c:v>650</c:v>
                </c:pt>
                <c:pt idx="2">
                  <c:v>1100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570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7A3F"/>
              </a:solidFill>
              <a:effectLst/>
            </c:spPr>
          </c:dPt>
          <c:dPt>
            <c:idx val="1"/>
            <c:bubble3D val="0"/>
            <c:spPr>
              <a:solidFill>
                <a:srgbClr val="B7791F"/>
              </a:solidFill>
              <a:effectLst/>
            </c:spPr>
          </c:dPt>
          <c:dPt>
            <c:idx val="2"/>
            <c:bubble3D val="0"/>
            <c:spPr>
              <a:solidFill>
                <a:srgbClr val="C05621"/>
              </a:solidFill>
              <a:effectLst/>
            </c:spPr>
          </c:dPt>
          <c:dPt>
            <c:idx val="3"/>
            <c:bubble3D val="0"/>
            <c:spPr>
              <a:solidFill>
                <a:srgbClr val="9CA37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93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93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93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F293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{{Programs}}</c:v>
                </c:pt>
                <c:pt idx="1">
                  <c:v>{{Staff}}</c:v>
                </c:pt>
                <c:pt idx="2">
                  <c:v>{{Operations}}</c:v>
                </c:pt>
                <c:pt idx="3">
                  <c:v>{{Fundraising}}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</c:v>
                </c:pt>
                <c:pt idx="1">
                  <c:v>12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7570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4C7A3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B7791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C0562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PROGRAM REPORT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{{Organization Name}}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{{Program name}} · {{Year}}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{{Mission in one sentence: who you serve and the change you create.}}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{{org.org}} · {{contact@org.org}}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{{Mission &amp; values}}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1155680" cy="1463040"/>
          </a:xfrm>
          <a:prstGeom prst="roundRect">
            <a:avLst>
              <a:gd name="adj" fmla="val 7500"/>
            </a:avLst>
          </a:prstGeom>
          <a:solidFill>
            <a:srgbClr val="E8EF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i="1" dirty="0">
                <a:solidFill>
                  <a:srgbClr val="4C7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"{{Mission statement — one memorable sentence.}}"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840480"/>
            <a:ext cx="566928" cy="566928"/>
          </a:xfrm>
          <a:prstGeom prst="ellipse">
            <a:avLst/>
          </a:prstGeom>
          <a:solidFill>
            <a:srgbClr val="4C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{{Value 1}}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looks like in action}}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5661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3840480"/>
            <a:ext cx="566928" cy="566928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{{Value 2}}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772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looks like in action}}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356616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3840480"/>
            <a:ext cx="566928" cy="566928"/>
          </a:xfrm>
          <a:prstGeom prst="ellipse">
            <a:avLst/>
          </a:prstGeom>
          <a:solidFill>
            <a:srgbClr val="4C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2104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{{Value 3}}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50749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looks like in action}}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problem we exist to solve}}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{{State the problem in human terms, backed by a source.}}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21868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3950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{{Statistic 1}}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{{source}}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30175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321868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43400" y="3950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{{Statistic 2}}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4315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{{source}}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0175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321868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046720" y="3950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{{Statistic 3}}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315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{{source}}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{{Program overview}}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57984"/>
            <a:ext cx="566928" cy="566928"/>
          </a:xfrm>
          <a:prstGeom prst="ellipse">
            <a:avLst/>
          </a:prstGeom>
          <a:solidFill>
            <a:srgbClr val="4C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011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1}}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514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participants receive / experience}}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75304"/>
            <a:ext cx="566928" cy="566928"/>
          </a:xfrm>
          <a:prstGeom prst="ellipse">
            <a:avLst/>
          </a:prstGeom>
          <a:solidFill>
            <a:srgbClr val="B7791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5753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3429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2}}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3931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participants receive / experience}}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7315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992624"/>
            <a:ext cx="566928" cy="566928"/>
          </a:xfrm>
          <a:prstGeom prst="ellipse">
            <a:avLst/>
          </a:prstGeom>
          <a:solidFill>
            <a:srgbClr val="4C7A3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992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846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{{Component 3}}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53492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participants receive / experience}}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182880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E8EF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95360" y="2057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of change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260604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{{input}} → {{activity}}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{{output}}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{{outcome}}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{{impact}}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we serve}}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34540" y="2240280"/>
            <a:ext cx="731520" cy="731520"/>
          </a:xfrm>
          <a:prstGeom prst="ellipse">
            <a:avLst/>
          </a:prstGeom>
          <a:solidFill>
            <a:srgbClr val="4C7A3F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03454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{{Community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they are}}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389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need}}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37860" y="2240280"/>
            <a:ext cx="731520" cy="731520"/>
          </a:xfrm>
          <a:prstGeom prst="ellipse">
            <a:avLst/>
          </a:prstGeom>
          <a:solidFill>
            <a:srgbClr val="B7791F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378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{{Community 2}}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they are}}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389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need}}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441180" y="2240280"/>
            <a:ext cx="731520" cy="731520"/>
          </a:xfrm>
          <a:prstGeom prst="ellipse">
            <a:avLst/>
          </a:prstGeom>
          <a:solidFill>
            <a:srgbClr val="4C7A3F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44118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{{Community 3}}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66760" y="36576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they are}}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4389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{{Their need}}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changed this year}}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served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{{+{{X%}} vs last year}}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rate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{{e.g. completed / employed / housed}}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{{Villages / districts / schools}}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person’s story}}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E8EF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{{portrait}}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0" y="201168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"{{A short first-person story: life before, what changed, life now. Real details, no jargon.}}"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0" y="4572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 · {{age / role / place}}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0" y="5120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{{Consent note: permission on file {{yes}}}}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{{Where the money goes}}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2880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split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0" y="19202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20840" y="2011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966960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297180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20840" y="3063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person served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966960" y="30632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402336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2084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efficiency ratio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966960" y="4114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{{X%}}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0" y="507492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720840" y="5166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gap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966960" y="5166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{{Partners &amp; volunteers}}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partners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18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{{Schools, NGOs, companies}}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4340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3218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 hours contributed}}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212140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046720" y="2852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0" y="3218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{{Across {{X}} locations}}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E8EF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partners: {{Partner 1}} · {{Partner 2}} · {{Partner 3}}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 volunteer who made it happen}}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94560"/>
            <a:ext cx="1188720" cy="1188720"/>
          </a:xfrm>
          <a:prstGeom prst="ellipse">
            <a:avLst/>
          </a:prstGeom>
          <a:solidFill>
            <a:srgbClr val="4C7A3F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{{photo}}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37744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{{Volunteer since {{year}}}}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{{Short story of what they did and why it mattered.}}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78308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E8EF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21945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"{{Their own words — why they keep coming back.}}"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4754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{{Role, {{X}} years of service}}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4C7A3F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you can help}}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8EFE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{{Currency}} provides: e.g. supplies for {{X}} students}}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{{donate link}}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17720" y="28803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{{Roles needed and time commitment}}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{{signup link}}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21040" y="288036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{{For companies and institutions}}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{{partnerships email}}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4C7A3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B7791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C05621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{{Change starts with {{one step}}.}}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{{org.org}} · {{contact@org.org}} · {{@socialhandle}}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Nonprofit Program Template</dc:title>
  <dc:subject>PptxGenJS Presentation</dc:subject>
  <dc:creator>WorkBuddy</dc:creator>
  <cp:lastModifiedBy>WorkBuddy</cp:lastModifiedBy>
  <cp:revision>1</cp:revision>
  <dcterms:created xsi:type="dcterms:W3CDTF">2026-10-29T06:59:34Z</dcterms:created>
  <dcterms:modified xsi:type="dcterms:W3CDTF">2026-10-29T06:59:34Z</dcterms:modified>
</cp:coreProperties>
</file>