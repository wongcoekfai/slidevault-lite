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</c:v>
                </c:pt>
              </c:strCache>
            </c:strRef>
          </c:tx>
          <c:spPr>
            <a:solidFill>
              <a:srgbClr val="FF4D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{{Project A}}</c:v>
                  </c:pt>
                  <c:pt idx="1">
                    <c:v>{{Project B}}</c:v>
                  </c:pt>
                  <c:pt idx="2">
                    <c:v>{{Project C}}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28</c:v>
                </c:pt>
                <c:pt idx="2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73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FF4D8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280160"/>
            <a:ext cx="2377440" cy="237744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4206240"/>
            <a:ext cx="1554480" cy="155448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{{Year}}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{{Your Name}}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{{Designer / Studio}} · {{City}}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 about your craft and point of view.}}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{{portfolio.site}} · {{hello@you.com}}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{{Hi, I’m {{Name}}}}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4884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{{2-3 sentences about who you are, the kind of work you love, and the outcome you create for clients. Keep it human and specific.}}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48463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{{Specialties: {{skill 1}} · {{skill 2}} · {{skill 3}}}}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78308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0" y="19842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86384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3246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0" y="34472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6384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4709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49103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863840" y="5641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clients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 think about the work}}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28600" cy="1188720"/>
          </a:xfrm>
          <a:prstGeom prst="rect">
            <a:avLst/>
          </a:prstGeom>
          <a:solidFill>
            <a:srgbClr val="FF4D8D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874520"/>
            <a:ext cx="10469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17320" y="20116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{{Principle 1}}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60720" y="20116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means in practice.}}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228600" cy="11887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246120"/>
            <a:ext cx="10469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3383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{{Principle 2}}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60720" y="33832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means in practice.}}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228600" cy="11887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4617720"/>
            <a:ext cx="10469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17320" y="4754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{{Principle 3}}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60720" y="47548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means in practice.}}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{{Selected projects}}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48840"/>
            <a:ext cx="3063240" cy="2103120"/>
          </a:xfrm>
          <a:prstGeom prst="roundRect">
            <a:avLst>
              <a:gd name="adj" fmla="val 5217"/>
            </a:avLst>
          </a:prstGeom>
          <a:solidFill>
            <a:srgbClr val="FF4D8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1488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{{image}}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{{Brand / Web / Product}}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349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result}}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148840"/>
            <a:ext cx="3063240" cy="2103120"/>
          </a:xfrm>
          <a:prstGeom prst="roundRect">
            <a:avLst>
              <a:gd name="adj" fmla="val 5217"/>
            </a:avLst>
          </a:prstGeom>
          <a:solidFill>
            <a:srgbClr val="FFB30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21488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{{image}}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 2}}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{{Brand / Web / Product}}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5349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result}}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148840"/>
            <a:ext cx="3063240" cy="2103120"/>
          </a:xfrm>
          <a:prstGeom prst="roundRect">
            <a:avLst>
              <a:gd name="adj" fmla="val 5217"/>
            </a:avLst>
          </a:prstGeom>
          <a:solidFill>
            <a:srgbClr val="7C4D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75320" y="21488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{{image}}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 3}}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{{Brand / Web / Product}}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5349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result}}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 name}} for {{client}}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E7C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{{hero visual}}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0" y="1965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965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2423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 client asked for}}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32461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0" y="34290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concept and process}}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47091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0" y="48920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4D8D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892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5349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measured outcome: {{metric}}}}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 can do for you}}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685800" cy="685800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{{Service 1}}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{{Deliverables and typical timeline}}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94560"/>
            <a:ext cx="685800" cy="68580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{{Service 2}}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657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{{Deliverables and typical timeline}}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194560"/>
            <a:ext cx="685800" cy="68580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{{Service 3}}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657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{{Deliverables and typical timeline}}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will work together}}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67919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{{Goals, audience, constraints}}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02152" y="2103120"/>
            <a:ext cx="267919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76472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76472" y="301752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76472" y="34747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{{Direction, scope, timeline}}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2103120"/>
            <a:ext cx="267919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38544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38544" y="301752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38544" y="34747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{{Iterations with check-ins}}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6296" y="2103120"/>
            <a:ext cx="267919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00616" y="22860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500616" y="3017520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0616" y="347472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{{Files, handoff, support}}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{{Work that moved numbers}}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with your outcomes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{{+X%}}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{{Metric}}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 A}}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{{+X%}}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{{Metric}}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 B}}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{{+X%}}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{{Metric}}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 C}}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{{Clients &amp; recognition}}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265176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E7C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6517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{{Logo}}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265176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E7C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63240" y="26517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{{Logo}}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265176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E7C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66360" y="26517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{{Logo}}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388620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E7C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886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{{Logo}}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388620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E7C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63240" y="3886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{{Logo}}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66360" y="388620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E7C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66360" y="38862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{{Logo}}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178308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8388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83880" y="2606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{{Award / year}}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{{Award / year}}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8388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{{Publication feature}}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FF4D8D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FFB30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7C4D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9784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"{{The best client quote you have — generous, specific, and about the outcome.}}"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 Name}} · {{Title, Company}}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{{Ways to start}}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{{Project}}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{{From {{Currency}}}}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{{Scoped, fixed timeline}}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FE7C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{{Retainer}}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{{From {{Currency}} / mo}}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566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{{Ongoing partnership}}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{{Workshop / consult}}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{{From {{Currency}}}}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35661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C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{{One-day deep dive}}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{{e.g. booking for {{month}}}}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6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4D8D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822960"/>
            <a:ext cx="2011680" cy="201168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4206240"/>
            <a:ext cx="1463040" cy="146304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E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{{Got a project in mind?}}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{{hello@you.com}} · {{portfolio.site}} · {{@handle}}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E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Portfolio Template</dc:title>
  <dc:subject>PptxGenJS Presentation</dc:subject>
  <dc:creator>WorkBuddy</dc:creator>
  <cp:lastModifiedBy>WorkBuddy</cp:lastModifiedBy>
  <cp:revision>1</cp:revision>
  <dcterms:created xsi:type="dcterms:W3CDTF">2026-10-29T06:59:32Z</dcterms:created>
  <dcterms:modified xsi:type="dcterms:W3CDTF">2026-10-29T06:59:32Z</dcterms:modified>
</cp:coreProperties>
</file>