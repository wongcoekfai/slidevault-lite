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{{Metric}}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{{Y1}}</c:v>
                  </c:pt>
                  <c:pt idx="1">
                    <c:v>{{Y2}}</c:v>
                  </c:pt>
                  <c:pt idx="2">
                    <c:v>{{Y3}}</c:v>
                  </c:pt>
                  <c:pt idx="3">
                    <c:v>{{Y4}}</c:v>
                  </c:pt>
                  <c:pt idx="4">
                    <c:v>{{Y5}}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34</c:v>
                </c:pt>
                <c:pt idx="2">
                  <c:v>38</c:v>
                </c:pt>
                <c:pt idx="3">
                  <c:v>35</c:v>
                </c:pt>
                <c:pt idx="4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A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46304" cy="2377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EDUCATION SERIES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{{Topic: Understanding {{condition}}}}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{{Hospital / Clinic}} · {{Department}} · {{Date}}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37947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{{Name}}, {{credentials}}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263640"/>
            <a:ext cx="11155680" cy="54864"/>
          </a:xfrm>
          <a:prstGeom prst="rect">
            <a:avLst/>
          </a:prstGeom>
          <a:solidFill>
            <a:srgbClr val="D5E6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 only — not medical advice. · Free template (CC0)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this topic matters}}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{{Prevalence stat}}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{{WHO / journal}}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4340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{{People affected}}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3218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{{source}}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04672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{{Treatment / survival stat}}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3218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{{source}}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E3F1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 on what the audience will be able to do after this session.}}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is {{condition}}?}}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{{Plain-language definition a patient can understand.}}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develops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{{Brief mechanism / progression in simple terms.}}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178308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E3F1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{{Type / stage 1}}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24414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note}}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324612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E3F1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83880" y="34107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{{Type / stage 2}}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3880" y="3904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note}}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470916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E3F1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83880" y="4873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{{Type / stage 3}}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3880" y="5367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note}}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{{Signs &amp; symptoms}}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E3F1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symptoms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{{Symptom 1}}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{{Symptom 2}}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{{Symptom 3}}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{{Symptom 4}}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178308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12280" y="2057400"/>
            <a:ext cx="4389120" cy="3291840"/>
          </a:xfrm>
          <a:prstGeom prst="roundRect">
            <a:avLst>
              <a:gd name="adj" fmla="val 3333"/>
            </a:avLst>
          </a:prstGeom>
          <a:solidFill>
            <a:srgbClr val="FFF1F3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286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care immediately if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2834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{{Red flag 1}}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3611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{{Red flag 2}}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4389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{{Red flag 3}}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5532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Emergency: {{hotline / ER guidance}}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factors &amp; prevention}}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factor 1}}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63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{{modifiable}}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factor 2}}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17720" y="30632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063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{{modifiable}}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factor 3}}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21040" y="30632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063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{{non-modifiable}}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11155680" cy="2011680"/>
          </a:xfrm>
          <a:prstGeom prst="roundRect">
            <a:avLst>
              <a:gd name="adj" fmla="val 5455"/>
            </a:avLst>
          </a:prstGeom>
          <a:solidFill>
            <a:srgbClr val="E3F1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checklist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663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{{Action 1}}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4663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{{Action 2}}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5303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{{Action 3}}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5303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{{Action 4}}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PATHWAY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{{From symptoms to treatment}}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4688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{{Symptoms appear}}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566160"/>
            <a:ext cx="182880" cy="0"/>
          </a:xfrm>
          <a:prstGeom prst="line">
            <a:avLst/>
          </a:prstGeom>
          <a:noFill/>
          <a:ln w="25400">
            <a:solidFill>
              <a:srgbClr val="D5E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19456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24688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089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{{GP / specialist visit}}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566160"/>
            <a:ext cx="182880" cy="0"/>
          </a:xfrm>
          <a:prstGeom prst="line">
            <a:avLst/>
          </a:prstGeom>
          <a:noFill/>
          <a:ln w="25400">
            <a:solidFill>
              <a:srgbClr val="D5E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219456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24688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{{Tests: {{list}}}}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3566160"/>
            <a:ext cx="182880" cy="0"/>
          </a:xfrm>
          <a:prstGeom prst="line">
            <a:avLst/>
          </a:prstGeom>
          <a:noFill/>
          <a:ln w="25400">
            <a:solidFill>
              <a:srgbClr val="D5E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219456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0" y="24688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09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8096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{{Options: {{list}}}}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0" y="3566160"/>
            <a:ext cx="182880" cy="0"/>
          </a:xfrm>
          <a:prstGeom prst="line">
            <a:avLst/>
          </a:prstGeom>
          <a:noFill/>
          <a:ln w="25400">
            <a:solidFill>
              <a:srgbClr val="D5E6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219456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515600" y="2468880"/>
            <a:ext cx="640080" cy="64008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9669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6696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{{Monitoring plan}}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{{Trend over time}}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published statistics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{{Trend takeaway 1}}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{{vs prior period}}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{{Trend takeaway 2}}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{{vs prior period}}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{{Trend takeaway 3}}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{{vs prior period}}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patient journey}}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E3F1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{{illustration}}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783080"/>
            <a:ext cx="6309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19659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965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4231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{{Symptoms and daily impact}}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3246120"/>
            <a:ext cx="6309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3429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point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38862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{{Diagnosis and decision}}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0" y="4709160"/>
            <a:ext cx="6309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48920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4892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53492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{{Outcome and what helped most}}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patient consent · {{details anonymized}}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{{Myth vs fact}}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84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{{Myth 1}}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E3F1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84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{{Fact 1}}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355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703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{{Myth 2}}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E3F1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3355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3703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{{Fact 2}}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727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{{Myth 3}}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46177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E3F1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4727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{{Fact 3}}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to learn more &amp; get help}}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{{Support group}}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{{meeting times, contact}}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0369A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{{Trusted website}}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{{organization, what it offers}}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{{Helpline}}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{{number, hours}}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0369A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{{Clinic service}}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to book}}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0369A1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E11D48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822960" y="356616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35661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too small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38912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43891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anonymous questions: {{box / link}}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21208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5212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our staff after the session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920240"/>
            <a:ext cx="14630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care of yourself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message to remember}}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{{Presenter}} · {{credentials}} · {{email}} · {{clinic contact}}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6263640"/>
            <a:ext cx="11155680" cy="54864"/>
          </a:xfrm>
          <a:prstGeom prst="rect">
            <a:avLst/>
          </a:prstGeom>
          <a:solidFill>
            <a:srgbClr val="D5E6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 only — consult a clinician for personal advice. · Free template (CC0)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Education Template</dc:title>
  <dc:subject>PptxGenJS Presentation</dc:subject>
  <dc:creator>WorkBuddy</dc:creator>
  <cp:lastModifiedBy>WorkBuddy</cp:lastModifiedBy>
  <cp:revision>1</cp:revision>
  <dcterms:created xsi:type="dcterms:W3CDTF">2026-10-29T06:59:37Z</dcterms:created>
  <dcterms:modified xsi:type="dcterms:W3CDTF">2026-10-29T06:59:37Z</dcterms:modified>
</cp:coreProperties>
</file>