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10</c:v>
                </c:pt>
                <c:pt idx="4">
                  <c:v>13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8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{{Metric}}</c:v>
                </c:pt>
              </c:strCache>
            </c:strRef>
          </c:tx>
          <c:spPr>
            <a:solidFill>
              <a:srgbClr val="FDE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8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5EEAD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DE04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ALL-HANDS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{{Month}} All-Hands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Name}} · {{Date}}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{{Optional: the one theme of this meeting.}}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{{Name}}   ·   {{45 min}}   ·   Recording: {{link}}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{{Today, in {{X}} minutes}}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92808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901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update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734056"/>
            <a:ext cx="566928" cy="566928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734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news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575304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deep dive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5844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416552"/>
            <a:ext cx="566928" cy="566928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4256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shout-outs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44256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93792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257800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91640" y="5266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52669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01200" y="1828800"/>
            <a:ext cx="1920240" cy="4023360"/>
          </a:xfrm>
          <a:prstGeom prst="roundRect">
            <a:avLst>
              <a:gd name="adj" fmla="val 5714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840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0" y="2743200"/>
            <a:ext cx="1554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{{channel}}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shared after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{{Recurring time}}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are doing}}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{{Revenue}}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{{Customers}}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{{Churn}}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&lt; {{X%}}}}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{{NPS}}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09176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{{Target: {{X}}}}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status: {{which metrics are green / amber / red and why}}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last {{month / quarter}}}}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920240"/>
          </a:xfrm>
          <a:prstGeom prst="roundRect">
            <a:avLst>
              <a:gd name="adj" fmla="val 5714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6092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377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{{Win 1}}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{{Win 2}}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0880" y="3886200"/>
            <a:ext cx="4480560" cy="1920240"/>
          </a:xfrm>
          <a:prstGeom prst="roundRect">
            <a:avLst>
              <a:gd name="adj" fmla="val 5714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6092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{{Watch-out 1}}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{{Watch-out 2}}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shipped}}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{{Shipped 1}}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it helps and how}}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{{Shipped 2}}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it helps and how}}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{{Coming next}}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lands in the next {{X}} weeks}}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{{Wins worth celebrating}}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deal / renewal / story}}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deal / renewal / story}}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deal / renewal / story}}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it happen: {{name the teams and people behind these wins}}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{{New faces &amp; changes}}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{{New hire 1 · {{role}}}}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{{New hire 2 · {{role}}}}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{{New hire 3 · {{role}}}}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into new roles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{{Promotion 1}}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{{Promotion 2}}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{{Farewell 1}}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{{Team changes}}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metric that needs attention}}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name}}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trend shows, in plain words.}}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it matters: connect it to the company goal.}}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are doing about it: {{action}}}}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0" y="196596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5760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solve together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now}}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{{team}}}}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94560"/>
            <a:ext cx="566928" cy="566928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2}}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now}}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{{team}}}}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{{Focus 3}}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now}}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709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{{Owner: {{team}}}}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company is going}}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goal this {{quarter / year}}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single company goal, in one sentence everyone can repeat.}}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1}}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3474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2}}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4747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43434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3}}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coming up}}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34440" y="2103120"/>
            <a:ext cx="0" cy="3566160"/>
          </a:xfrm>
          <a:prstGeom prst="line">
            <a:avLst/>
          </a:prstGeom>
          <a:noFill/>
          <a:ln w="25400">
            <a:solidFill>
              <a:srgbClr val="2E45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30552"/>
            <a:ext cx="237744" cy="23774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1965960"/>
            <a:ext cx="7315200" cy="731520"/>
          </a:xfrm>
          <a:prstGeom prst="roundRect">
            <a:avLst>
              <a:gd name="adj" fmla="val 1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2039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0391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 / deadline 1}}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15568" y="3044952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2880360"/>
            <a:ext cx="7315200" cy="731520"/>
          </a:xfrm>
          <a:prstGeom prst="roundRect">
            <a:avLst>
              <a:gd name="adj" fmla="val 1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29535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9535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 / deadline 2}}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5568" y="3959352"/>
            <a:ext cx="237744" cy="23774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3794760"/>
            <a:ext cx="7315200" cy="731520"/>
          </a:xfrm>
          <a:prstGeom prst="roundRect">
            <a:avLst>
              <a:gd name="adj" fmla="val 1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57400" y="38679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38679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 / deadline 3}}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15568" y="4873752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7360" y="4709160"/>
            <a:ext cx="7315200" cy="731520"/>
          </a:xfrm>
          <a:prstGeom prst="roundRect">
            <a:avLst>
              <a:gd name="adj" fmla="val 15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57400" y="47823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47823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 / deadline 4}}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18320" y="1965960"/>
            <a:ext cx="2103120" cy="3611880"/>
          </a:xfrm>
          <a:prstGeom prst="roundRect">
            <a:avLst>
              <a:gd name="adj" fmla="val 5217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4692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46920" y="292608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event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{{location}}}}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SHOUT-OUTS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{{People who made a difference}}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A3E635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they did}}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{{Nominated by {{name}}}}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5EEAD4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they did}}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{{Nominated by {{name}}}}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A3E635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they did}}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{{Nominated by {{name}}}}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5EEAD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DE04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594360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474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{{channel}} or raise your hand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594360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43434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questions: {{link}}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5943600" cy="685800"/>
          </a:xfrm>
          <a:prstGeom prst="roundRect">
            <a:avLst>
              <a:gd name="adj" fmla="val 16000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5212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unanswered gets a written follow-up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{{Recap &amp; what happens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{{Takeaway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{{Takeaway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{{Takeaway 3}}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120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slides: {{link}}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7830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324612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3794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470916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· {{owner}} · {{date}}}}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was this all-hands?}}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should we keep?}}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thing that worked.}}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566928" cy="566928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should we change?}}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thing to improve.}}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B2A1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A3E635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did we miss?}}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703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{{Topics you wanted covered.}}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243617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form: {{link}} · Takes 30 seconds · Responses reviewed every month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A3E635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5EEAD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DE04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ALL-HANDS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{{Thanks, everyone.}}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all-hands: {{date}} · Recording &amp; slides: {{link}} · Questions: {{channel}}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All-Hands Meeting Template</dc:title>
  <dc:subject>PptxGenJS Presentation</dc:subject>
  <dc:creator>WorkBuddy</dc:creator>
  <cp:lastModifiedBy>WorkBuddy</cp:lastModifiedBy>
  <cp:revision>1</cp:revision>
  <dcterms:created xsi:type="dcterms:W3CDTF">2026-10-28T09:30:51Z</dcterms:created>
  <dcterms:modified xsi:type="dcterms:W3CDTF">2026-10-28T09:30:51Z</dcterms:modified>
</cp:coreProperties>
</file>