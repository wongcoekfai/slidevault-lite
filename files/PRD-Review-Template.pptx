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vs target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41F3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{{Adoption %}}</c:v>
                  </c:pt>
                  <c:pt idx="1">
                    <c:v>{{Task success %}}</c:v>
                  </c:pt>
                  <c:pt idx="2">
                    <c:v>{{CSAT}}</c:v>
                  </c:pt>
                  <c:pt idx="3">
                    <c:v>{{Retention %}}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55</c:v>
                </c:pt>
                <c:pt idx="2">
                  <c:v>62</c:v>
                </c:pt>
                <c:pt idx="3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41F3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6A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7C3AED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A78BF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REVIEW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4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{{Feature Name}}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Requirements · Review {{date}}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{{Author}} · Status: {{Draft / In review / Approved}} · {{doc link}}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user problem are we solving}}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858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03120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{{Describe the problem in user language. Evidence: support tickets, interviews, data.}}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4297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47548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{{Source 1}} · {{Source 2}} · {{Source 3}}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82880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0" y="202996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863840" y="2761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affected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0" y="31272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{{per month}}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397764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0" y="417880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863840" y="4910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/ signals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5276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{{last 90 days}}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INTENT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{{Goals &amp; non-goals}}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031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03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{{Goal 1: outcome, not feature}}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7947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{{Goal 2}}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7091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{{Goal 3}}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1EBF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1031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103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Non-goals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8803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{{Explicitly out of scope 1}}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37947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{{Explicitly out of scope 2}}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47091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{{Explicitly out of scope 3}}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this is for}}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{{Persona 1}}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 / context}}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2519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{{Need: what they struggle with today}}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1EBF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94560"/>
            <a:ext cx="822960" cy="8229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{{Persona 2}}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749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 / context}}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42519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{{Need: what they struggle with today}}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194560"/>
            <a:ext cx="822960" cy="8229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{{Persona 3}}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749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 / context}}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42519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{{Need: what they struggle with today}}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{{As a… I want… so that…}}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984248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84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1920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{{role}}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9202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{{capability}}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1920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{{benefit}}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035808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035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91640" y="2971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{{role}}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29718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{{capability}}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2971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{{benefit}}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087368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4023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{{role}}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0" y="40233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{{capability}}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0" y="4023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{{benefit}}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98348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5138928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91640" y="5074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{{role}}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0" y="50749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{{capability}}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0" y="5074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{{benefit}}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ships in v1}}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1EBF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{{Requirement 1}}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{{Requirement 2}}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{{Requirement 3}}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194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{{Requirement 4}}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3886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{{Requirement 5}}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47548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{{Requirement 6}}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21945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6F6A80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194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30175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{{Deferred 1}}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3886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{{Deferred 2}}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47548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{{Deferred 3}}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proposed experience}}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{{Walk through the happy path in 3–4 sentences. Reference mockups: {{link}}}}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4937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decision: {{the call you made and the alternative you rejected}}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1EBF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1984248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984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2360" y="1920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{{Screen / step 1}}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288036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1EBF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75120" y="3035808"/>
            <a:ext cx="566928" cy="566928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3035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52360" y="2971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{{Screen / step 2}}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393192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1EBF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4087368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52360" y="4023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{{Screen / step 3}}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498348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1EBF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5138928"/>
            <a:ext cx="566928" cy="566928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75120" y="5138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52360" y="5074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{{Screen / step 4}}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unhappy paths}}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1EBF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{{Empty state}}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the user sees with no data}}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{{Error state}}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651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happens when {{failure}}}}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{{Permission edge}}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754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{{Behavior for {{role}} without access}}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1EBF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{{Scale edge}}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29400" y="4754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{{Behavior at 10x expected volume}}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we know it worked}}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7452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223760" y="1828800"/>
            <a:ext cx="4297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438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43800" y="2468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{{Events and dashboards needed before launch}}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3977640"/>
            <a:ext cx="4297680" cy="1874520"/>
          </a:xfrm>
          <a:prstGeom prst="roundRect">
            <a:avLst>
              <a:gd name="adj" fmla="val 5854"/>
            </a:avLst>
          </a:prstGeom>
          <a:solidFill>
            <a:srgbClr val="F1EBF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54380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metrics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543800" y="4617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must not get worse while this improves}}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{{Bring answers to the review}}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{{Q1}}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0" y="1965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{{Decision needed}}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75520" y="209397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0" y="20939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29718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{{Q2}}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{{Decision needed}}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75520" y="309981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0" y="30998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862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39776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{{Q3}}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3977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{{Decision needed}}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75520" y="410565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0" y="41056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49834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{{Q4}}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4983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{{Decision needed}}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75520" y="511149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0" y="51114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{{From approval to launch}}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40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{{Decision + owners locked}}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02152" y="201168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76472" y="2240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776472" y="29718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76472" y="347472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{{dates}}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76472" y="3977640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 + design sprints}}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64224" y="201168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38544" y="2240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638544" y="29718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38544" y="347472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{{dates}}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38544" y="3977640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{{{{N}} design partners}}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26296" y="2011680"/>
            <a:ext cx="2679192" cy="329184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00616" y="2240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500616" y="29718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500616" y="347472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{{date}}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00616" y="3977640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{{GA + announce}}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7C3AED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A78BF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REQUEST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4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{{Approve, challenge, or comment by {{date}}.}}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Doc: {{link}} · Comments in: {{tool}} · Author: {{name}} · {{email}}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PRD Review Template</dc:title>
  <dc:subject>PptxGenJS Presentation</dc:subject>
  <dc:creator>WorkBuddy</dc:creator>
  <cp:lastModifiedBy>WorkBuddy</cp:lastModifiedBy>
  <cp:revision>1</cp:revision>
  <dcterms:created xsi:type="dcterms:W3CDTF">2026-10-29T08:41:15Z</dcterms:created>
  <dcterms:modified xsi:type="dcterms:W3CDTF">2026-10-29T08:41:15Z</dcterms:modified>
</cp:coreProperties>
</file>